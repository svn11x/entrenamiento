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74BE-0137-8A9C-FC21-DFCE87B3C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CDCD1-4B52-6407-65BC-EEDE6ED8B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47113-BBF0-99C9-C9B2-1B87853BD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E6624-FF92-E986-7F58-C9A4D6F4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93576-1A1C-2272-BB2A-A217C1EA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9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A758-E593-CC20-70F8-C7C135AD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4FFE-7B07-99D8-59EF-BC235185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5A25B-CA57-2B8C-6A4B-5B8759D7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559F9-DEA9-05D0-A94B-6A2D8B9C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774B-E484-F215-6C4C-9E6EEB0D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C6D1-3BD4-002D-DCED-905BBAB3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09B1F-38D0-AB61-E460-B221E163D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A6D5-A9EF-C3A4-63C7-231D79278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1D6E-76C3-3CF5-6240-F1E08E186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FC1C9-8D5B-F783-83DC-12287FA0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1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6207B-007D-B5D0-53BB-8C84FA7C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870-B65B-3CF9-D603-6A2A178D1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516F5-39A1-578B-C870-39E1B54D3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A7F37-3C4D-EA67-7147-6B971B54C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8133-D151-00C3-FE53-0DC95BFF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9AB2C-1D15-71F2-906C-47928760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4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3A75-C120-013B-BDE0-8CC38967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2E40-86DC-8D95-49B0-1AD14D219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59FF9-4863-D08C-A033-53827E51C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7F814B-E56B-5578-0E98-B28F28A42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EDB57-E726-389A-BDD2-F6CFA3A37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4FE7AB-0DDD-578D-0E78-0FDA76287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BF33A-28AB-D2FC-2513-7C7514FB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CD3EC2-D0AF-A7F9-347A-B2C54120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14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4F88-3594-3080-5328-994AAAB6F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8D2DB-5CC1-B6C7-F24B-57EE1A1B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20D40-524F-2CE7-830E-539423F6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7DAD3-0689-98A4-9A6A-66589ABD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8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1108E-37B1-810D-C07F-B9BF0B6C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7C313-63F9-74BF-0A6D-5A35E9A8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3C9BD-2FAB-61E5-DC68-E72B91E0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3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99D02-3E43-20E8-B579-1441A1120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FDB01-AFFE-DA5B-89B3-87EDD2AEF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699D0-8C16-8C20-2E53-31F5F9D3D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5806A-263E-086C-916F-660A55EF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B3F8-0108-F0CA-F99C-54CB584F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3A6A9-1491-CA37-CE0C-2A02EED2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2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795BC-93B9-61B9-B3BE-4B586F8A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DEE0C2-3E93-5EDB-71B1-B2F556910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03687-5C38-0807-6B00-E2BF22CD4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2A005-17BF-1F2E-6625-35550165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F7C72-C82D-9534-B306-465B5056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8BB66-7576-1122-16ED-8AF428B1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9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69EE-33F9-29E5-6168-A68FD77C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DC914-4324-B21D-D7ED-550A3979F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61A9B-CD77-5A06-561A-FFEF4DF1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991B0-7A96-D51C-0537-F8D60E314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9A18E-0919-7A92-430A-97FFF7FE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4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EA86A-92E2-B8C4-31A0-D43C24A16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0BB67-1C2E-4C72-7CEB-3FAB2DAE8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E6982-60AF-7628-C1DB-8BD193DF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AA81E-BAD9-648B-9F0A-039F27447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B006-BB9F-9EF1-A9D3-0374968C6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2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C01E4-3B99-79B6-B7BE-7AEA2270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568EC-E934-237B-3C3E-9508E1A18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EC269-17AD-F84F-AD2F-7C99FE9E3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F8028-EA44-42C8-91E4-EFCE5ADF243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B4E89-B744-0747-D1BD-09572DEF0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B0AF-679D-2CB6-5E99-2BF261428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CBB1F-9BEB-4592-869E-031F7AA9F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8ADF-734C-EB70-080C-C83D894B03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58F17-5DA8-D93E-78A7-468B36FD1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528C8-3D61-7BBC-7A45-BC5C056A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hombre haciendo círculos de tobillo rotaciones o ejercicio de rollos.  ilustración vectorial plana aislada sobre fondo blanco 16124274 Vector en  Vecteezy">
            <a:extLst>
              <a:ext uri="{FF2B5EF4-FFF2-40B4-BE49-F238E27FC236}">
                <a16:creationId xmlns:a16="http://schemas.microsoft.com/office/drawing/2014/main" id="{91316910-6817-54DB-6F73-77551007A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71" b="14148"/>
          <a:stretch>
            <a:fillRect/>
          </a:stretch>
        </p:blipFill>
        <p:spPr>
          <a:xfrm>
            <a:off x="756157" y="2753360"/>
            <a:ext cx="27633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0DB3AF-9B31-70E2-832D-449A782505BF}"/>
              </a:ext>
            </a:extLst>
          </p:cNvPr>
          <p:cNvSpPr txBox="1"/>
          <p:nvPr/>
        </p:nvSpPr>
        <p:spPr>
          <a:xfrm>
            <a:off x="4592320" y="2326640"/>
            <a:ext cx="68986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Círculos de </a:t>
            </a:r>
            <a:r>
              <a:rPr lang="en-US" dirty="0" err="1"/>
              <a:t>tobillos</a:t>
            </a:r>
            <a:r>
              <a:rPr lang="en-US" dirty="0"/>
              <a:t>                    10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</a:t>
            </a:r>
          </a:p>
          <a:p>
            <a:r>
              <a:rPr lang="en-US" dirty="0"/>
              <a:t>Círculos </a:t>
            </a:r>
            <a:r>
              <a:rPr lang="en-US" dirty="0" err="1"/>
              <a:t>suaves</a:t>
            </a:r>
            <a:r>
              <a:rPr lang="en-US" dirty="0"/>
              <a:t> de </a:t>
            </a:r>
            <a:r>
              <a:rPr lang="en-US" dirty="0" err="1"/>
              <a:t>rodillas</a:t>
            </a:r>
            <a:r>
              <a:rPr lang="en-US" dirty="0"/>
              <a:t>                      10</a:t>
            </a:r>
          </a:p>
          <a:p>
            <a:r>
              <a:rPr lang="en-US" dirty="0"/>
              <a:t>Círculos de </a:t>
            </a:r>
            <a:r>
              <a:rPr lang="en-US" dirty="0" err="1"/>
              <a:t>cadera</a:t>
            </a:r>
            <a:r>
              <a:rPr lang="en-US" dirty="0"/>
              <a:t>               10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dirección</a:t>
            </a:r>
            <a:r>
              <a:rPr lang="en-US" dirty="0"/>
              <a:t> </a:t>
            </a:r>
          </a:p>
          <a:p>
            <a:r>
              <a:rPr lang="en-US" dirty="0" err="1"/>
              <a:t>Círculos</a:t>
            </a:r>
            <a:r>
              <a:rPr lang="en-US" dirty="0"/>
              <a:t> de </a:t>
            </a:r>
            <a:r>
              <a:rPr lang="en-US" dirty="0" err="1"/>
              <a:t>hombros</a:t>
            </a:r>
            <a:r>
              <a:rPr lang="en-US" dirty="0"/>
              <a:t>         10 </a:t>
            </a:r>
            <a:r>
              <a:rPr lang="en-US" dirty="0" err="1"/>
              <a:t>adelante</a:t>
            </a:r>
            <a:r>
              <a:rPr lang="en-US" dirty="0"/>
              <a:t> / 10 atrás </a:t>
            </a:r>
          </a:p>
          <a:p>
            <a:r>
              <a:rPr lang="en-US" dirty="0" err="1"/>
              <a:t>Círculos</a:t>
            </a:r>
            <a:r>
              <a:rPr lang="en-US" dirty="0"/>
              <a:t> de </a:t>
            </a:r>
            <a:r>
              <a:rPr lang="en-US" dirty="0" err="1"/>
              <a:t>muñecas</a:t>
            </a:r>
            <a:r>
              <a:rPr lang="en-US" dirty="0"/>
              <a:t>               10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dirección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10" name="Picture 9" descr="Círculos De Hombros Ilustraciones Stock, Vectores, Y Clipart – (47  Ilustraciones Stock)">
            <a:extLst>
              <a:ext uri="{FF2B5EF4-FFF2-40B4-BE49-F238E27FC236}">
                <a16:creationId xmlns:a16="http://schemas.microsoft.com/office/drawing/2014/main" id="{8A8877D9-F219-7666-BC50-33AD7EB1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374" y="4094700"/>
            <a:ext cx="2763300" cy="2763300"/>
          </a:xfrm>
          <a:prstGeom prst="rect">
            <a:avLst/>
          </a:prstGeom>
        </p:spPr>
      </p:pic>
      <p:pic>
        <p:nvPicPr>
          <p:cNvPr id="11" name="Picture 10" descr="DOLOR DE MUÑECAS!!Mediante simples ejercicios es posible eliminar el dolor  que surge en manos y muñecas por los movimientos repetitivos. Te enseñamos  a realizarlos, paso a paso: 1.- Realizar movimientos circulares encima">
            <a:extLst>
              <a:ext uri="{FF2B5EF4-FFF2-40B4-BE49-F238E27FC236}">
                <a16:creationId xmlns:a16="http://schemas.microsoft.com/office/drawing/2014/main" id="{8F07DC0A-FC4D-7A0E-6776-D43BA65EC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442" y="4582160"/>
            <a:ext cx="24288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1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C491-4318-5D12-8952-C3D6762D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D086-4B64-35F7-97B9-B6D96B7E0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 </a:t>
            </a:r>
            <a:r>
              <a:rPr lang="en-US" dirty="0" err="1"/>
              <a:t>minutos</a:t>
            </a:r>
            <a:r>
              <a:rPr lang="en-US" dirty="0"/>
              <a:t> </a:t>
            </a:r>
            <a:r>
              <a:rPr lang="en-US" dirty="0" err="1"/>
              <a:t>caminata</a:t>
            </a:r>
            <a:r>
              <a:rPr lang="en-US" dirty="0"/>
              <a:t> </a:t>
            </a:r>
            <a:r>
              <a:rPr lang="en-US" dirty="0" err="1"/>
              <a:t>rápida</a:t>
            </a:r>
            <a:r>
              <a:rPr lang="en-US" dirty="0"/>
              <a:t> / </a:t>
            </a:r>
            <a:r>
              <a:rPr lang="en-US" dirty="0" err="1"/>
              <a:t>trote</a:t>
            </a:r>
            <a:r>
              <a:rPr lang="en-US" dirty="0"/>
              <a:t> suave a 5.0–5.5 km/h.</a:t>
            </a:r>
          </a:p>
          <a:p>
            <a:r>
              <a:rPr lang="en-US" dirty="0"/>
              <a:t>6 </a:t>
            </a:r>
            <a:r>
              <a:rPr lang="en-US" dirty="0" err="1"/>
              <a:t>ciclos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 </a:t>
            </a:r>
            <a:r>
              <a:rPr lang="en-US" dirty="0" err="1"/>
              <a:t>minuto</a:t>
            </a:r>
            <a:r>
              <a:rPr lang="en-US" dirty="0"/>
              <a:t> a 6.5 km/h.</a:t>
            </a:r>
          </a:p>
          <a:p>
            <a:pPr lvl="1"/>
            <a:r>
              <a:rPr lang="en-US" dirty="0"/>
              <a:t>90 </a:t>
            </a:r>
            <a:r>
              <a:rPr lang="en-US" dirty="0" err="1"/>
              <a:t>segundos</a:t>
            </a:r>
            <a:r>
              <a:rPr lang="en-US" dirty="0"/>
              <a:t> a 5.0 km/h.</a:t>
            </a:r>
          </a:p>
          <a:p>
            <a:r>
              <a:rPr lang="en-US" dirty="0"/>
              <a:t>3 </a:t>
            </a:r>
            <a:r>
              <a:rPr lang="en-US" dirty="0" err="1"/>
              <a:t>minutos</a:t>
            </a:r>
            <a:r>
              <a:rPr lang="en-US" dirty="0"/>
              <a:t> </a:t>
            </a:r>
            <a:r>
              <a:rPr lang="en-US" dirty="0" err="1"/>
              <a:t>vuelta</a:t>
            </a:r>
            <a:r>
              <a:rPr lang="en-US" dirty="0"/>
              <a:t> a la </a:t>
            </a:r>
            <a:r>
              <a:rPr lang="en-US" dirty="0" err="1"/>
              <a:t>calma</a:t>
            </a:r>
            <a:r>
              <a:rPr lang="en-US" dirty="0"/>
              <a:t> a 5 km/h.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97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F828-D301-F937-A80E-77119E2E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759F-FA51-F2CA-14BD-521CAC1FE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490" y="2231923"/>
            <a:ext cx="5169309" cy="2723535"/>
          </a:xfrm>
        </p:spPr>
        <p:txBody>
          <a:bodyPr>
            <a:normAutofit/>
          </a:bodyPr>
          <a:lstStyle/>
          <a:p>
            <a:r>
              <a:rPr lang="en-US" sz="1400" dirty="0"/>
              <a:t>| </a:t>
            </a:r>
            <a:r>
              <a:rPr lang="en-US" sz="1400" dirty="0" err="1"/>
              <a:t>Ejercicio</a:t>
            </a:r>
            <a:r>
              <a:rPr lang="en-US" sz="1400" dirty="0"/>
              <a:t>                              |  Series × reps | Descanso |</a:t>
            </a:r>
          </a:p>
          <a:p>
            <a:r>
              <a:rPr lang="en-US" sz="1400" dirty="0"/>
              <a:t>| -------------------------------------- | -------------: | -------: |</a:t>
            </a:r>
          </a:p>
          <a:p>
            <a:r>
              <a:rPr lang="en-US" sz="1400" dirty="0"/>
              <a:t>| </a:t>
            </a:r>
            <a:r>
              <a:rPr lang="en-US" sz="1400" dirty="0" err="1"/>
              <a:t>Sentadilla</a:t>
            </a:r>
            <a:r>
              <a:rPr lang="en-US" sz="1400" dirty="0"/>
              <a:t> </a:t>
            </a:r>
            <a:r>
              <a:rPr lang="en-US" sz="1400" dirty="0" err="1"/>
              <a:t>controlada</a:t>
            </a:r>
            <a:r>
              <a:rPr lang="en-US" sz="1400" dirty="0"/>
              <a:t>                  |           3×10 |     60 s |</a:t>
            </a:r>
          </a:p>
          <a:p>
            <a:r>
              <a:rPr lang="en-US" sz="1400" dirty="0"/>
              <a:t>| </a:t>
            </a:r>
            <a:r>
              <a:rPr lang="en-US" sz="1400" dirty="0" err="1"/>
              <a:t>Zancada</a:t>
            </a:r>
            <a:r>
              <a:rPr lang="en-US" sz="1400" dirty="0"/>
              <a:t> </a:t>
            </a:r>
            <a:r>
              <a:rPr lang="en-US" sz="1400" dirty="0" err="1"/>
              <a:t>hacia</a:t>
            </a:r>
            <a:r>
              <a:rPr lang="en-US" sz="1400" dirty="0"/>
              <a:t> atrás                    | 2×8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pierna</a:t>
            </a:r>
            <a:r>
              <a:rPr lang="en-US" sz="1400" dirty="0"/>
              <a:t> |     60 s |</a:t>
            </a:r>
          </a:p>
          <a:p>
            <a:r>
              <a:rPr lang="en-US" sz="1400" dirty="0"/>
              <a:t>| Puente de </a:t>
            </a:r>
            <a:r>
              <a:rPr lang="en-US" sz="1400" dirty="0" err="1"/>
              <a:t>glúteos</a:t>
            </a:r>
            <a:r>
              <a:rPr lang="en-US" sz="1400" dirty="0"/>
              <a:t>                      |           3×12 |     45 s |</a:t>
            </a:r>
          </a:p>
          <a:p>
            <a:r>
              <a:rPr lang="en-US" sz="1400" dirty="0"/>
              <a:t>| </a:t>
            </a:r>
            <a:r>
              <a:rPr lang="en-US" sz="1400" dirty="0" err="1"/>
              <a:t>Elevación</a:t>
            </a:r>
            <a:r>
              <a:rPr lang="en-US" sz="1400" dirty="0"/>
              <a:t> de </a:t>
            </a:r>
            <a:r>
              <a:rPr lang="en-US" sz="1400" dirty="0" err="1"/>
              <a:t>talones</a:t>
            </a:r>
            <a:r>
              <a:rPr lang="en-US" sz="1400" dirty="0"/>
              <a:t>                   |           3×15 |     30 s |</a:t>
            </a:r>
          </a:p>
          <a:p>
            <a:r>
              <a:rPr lang="en-US" sz="1400" dirty="0"/>
              <a:t>| Puente de </a:t>
            </a:r>
            <a:r>
              <a:rPr lang="en-US" sz="1400" dirty="0" err="1"/>
              <a:t>glúteos</a:t>
            </a:r>
            <a:r>
              <a:rPr lang="en-US" sz="1400" dirty="0"/>
              <a:t> con </a:t>
            </a:r>
            <a:r>
              <a:rPr lang="en-US" sz="1400" dirty="0" err="1"/>
              <a:t>talones</a:t>
            </a:r>
            <a:r>
              <a:rPr lang="en-US" sz="1400" dirty="0"/>
              <a:t> </a:t>
            </a:r>
            <a:r>
              <a:rPr lang="en-US" sz="1400" dirty="0" err="1"/>
              <a:t>alejados</a:t>
            </a:r>
            <a:r>
              <a:rPr lang="en-US" sz="1400" dirty="0"/>
              <a:t> |           2×10 |     45 s |</a:t>
            </a:r>
          </a:p>
          <a:p>
            <a:endParaRPr lang="en-US" sz="1400" dirty="0"/>
          </a:p>
        </p:txBody>
      </p:sp>
      <p:pic>
        <p:nvPicPr>
          <p:cNvPr id="4" name="Picture 3" descr="Sentadillas | El mejor ejercicio para piernas ▷ @iLoveFit">
            <a:extLst>
              <a:ext uri="{FF2B5EF4-FFF2-40B4-BE49-F238E27FC236}">
                <a16:creationId xmlns:a16="http://schemas.microsoft.com/office/drawing/2014/main" id="{FA4469FF-1CF7-01C4-2CB8-88E088BB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18" y="2231923"/>
            <a:ext cx="2933700" cy="1552575"/>
          </a:xfrm>
          <a:prstGeom prst="rect">
            <a:avLst/>
          </a:prstGeom>
        </p:spPr>
      </p:pic>
      <p:pic>
        <p:nvPicPr>
          <p:cNvPr id="5" name="Picture 4" descr="Movimiento de Zancada o Lunge: Consideraciones básicas por @marga_fit  @margacolon, nuestra coach de actividad deportiva - Fit Pacientes">
            <a:extLst>
              <a:ext uri="{FF2B5EF4-FFF2-40B4-BE49-F238E27FC236}">
                <a16:creationId xmlns:a16="http://schemas.microsoft.com/office/drawing/2014/main" id="{4D0A3DE3-B248-FD8E-D602-FBB3CFC5A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245" y="1977810"/>
            <a:ext cx="3009900" cy="1524000"/>
          </a:xfrm>
          <a:prstGeom prst="rect">
            <a:avLst/>
          </a:prstGeom>
        </p:spPr>
      </p:pic>
      <p:pic>
        <p:nvPicPr>
          <p:cNvPr id="6" name="Picture 5" descr="Tener un culo 10 pasa por saber cómo se hace un Hip Bridge (o puente de  glúteos, vaya)">
            <a:extLst>
              <a:ext uri="{FF2B5EF4-FFF2-40B4-BE49-F238E27FC236}">
                <a16:creationId xmlns:a16="http://schemas.microsoft.com/office/drawing/2014/main" id="{5FEEA0AE-6B82-AE6C-5922-FBB66EEA5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18" y="4149868"/>
            <a:ext cx="2571750" cy="2571750"/>
          </a:xfrm>
          <a:prstGeom prst="rect">
            <a:avLst/>
          </a:prstGeom>
        </p:spPr>
      </p:pic>
      <p:pic>
        <p:nvPicPr>
          <p:cNvPr id="7" name="Picture 6" descr="209 vectores de stock y arte vectorial de Calf raise exercise | Shutterstock">
            <a:extLst>
              <a:ext uri="{FF2B5EF4-FFF2-40B4-BE49-F238E27FC236}">
                <a16:creationId xmlns:a16="http://schemas.microsoft.com/office/drawing/2014/main" id="{C5C1648C-077A-45B3-C8E5-7237C51F7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638" y="4043045"/>
            <a:ext cx="2215648" cy="2215648"/>
          </a:xfrm>
          <a:prstGeom prst="rect">
            <a:avLst/>
          </a:prstGeom>
        </p:spPr>
      </p:pic>
      <p:pic>
        <p:nvPicPr>
          <p:cNvPr id="8" name="Picture 7" descr="Puente sostenido con los talones | Cigna">
            <a:extLst>
              <a:ext uri="{FF2B5EF4-FFF2-40B4-BE49-F238E27FC236}">
                <a16:creationId xmlns:a16="http://schemas.microsoft.com/office/drawing/2014/main" id="{F387D247-760E-4ABB-193D-FAA4E1121D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951"/>
          <a:stretch>
            <a:fillRect/>
          </a:stretch>
        </p:blipFill>
        <p:spPr>
          <a:xfrm>
            <a:off x="6007511" y="4805680"/>
            <a:ext cx="4381500" cy="191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1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3BFF-3F58-6ECA-C56D-4DADF5CA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25C0F-5ED3-1C3D-0DA1-0A5F8152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1768" y="1825625"/>
            <a:ext cx="6182032" cy="2589059"/>
          </a:xfrm>
        </p:spPr>
        <p:txBody>
          <a:bodyPr>
            <a:normAutofit/>
          </a:bodyPr>
          <a:lstStyle/>
          <a:p>
            <a:r>
              <a:rPr lang="en-US" sz="1600" dirty="0"/>
              <a:t>| </a:t>
            </a:r>
            <a:r>
              <a:rPr lang="en-US" sz="1600" dirty="0" err="1"/>
              <a:t>Ejercicio</a:t>
            </a:r>
            <a:r>
              <a:rPr lang="en-US" sz="1600" dirty="0"/>
              <a:t>                                     |  Series × reps | Descanso |</a:t>
            </a:r>
          </a:p>
          <a:p>
            <a:r>
              <a:rPr lang="en-US" sz="1600" dirty="0"/>
              <a:t>| --------------------------------------------- | -------------: | -------: |</a:t>
            </a:r>
          </a:p>
          <a:p>
            <a:r>
              <a:rPr lang="en-US" sz="1600" dirty="0"/>
              <a:t>| </a:t>
            </a:r>
            <a:r>
              <a:rPr lang="en-US" sz="1600" dirty="0" err="1"/>
              <a:t>Flexiones</a:t>
            </a:r>
            <a:r>
              <a:rPr lang="en-US" sz="1600" dirty="0"/>
              <a:t> (</a:t>
            </a:r>
            <a:r>
              <a:rPr lang="en-US" sz="1600" dirty="0" err="1"/>
              <a:t>ya</a:t>
            </a:r>
            <a:r>
              <a:rPr lang="en-US" sz="1600" dirty="0"/>
              <a:t> las </a:t>
            </a:r>
            <a:r>
              <a:rPr lang="en-US" sz="1600" dirty="0" err="1"/>
              <a:t>haces</a:t>
            </a:r>
            <a:r>
              <a:rPr lang="en-US" sz="1600" dirty="0"/>
              <a:t>)                      |           2×15 |     45 s |</a:t>
            </a:r>
          </a:p>
          <a:p>
            <a:r>
              <a:rPr lang="en-US" sz="1600" dirty="0"/>
              <a:t>| Remo </a:t>
            </a:r>
            <a:r>
              <a:rPr lang="en-US" sz="1600" dirty="0" err="1"/>
              <a:t>inclinado</a:t>
            </a:r>
            <a:r>
              <a:rPr lang="en-US" sz="1600" dirty="0"/>
              <a:t> con </a:t>
            </a:r>
            <a:r>
              <a:rPr lang="en-US" sz="1600" dirty="0" err="1"/>
              <a:t>pesa</a:t>
            </a:r>
            <a:r>
              <a:rPr lang="en-US" sz="1600" dirty="0"/>
              <a:t> de 1 kg               | 2×12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brazo</a:t>
            </a:r>
            <a:r>
              <a:rPr lang="en-US" sz="1600" dirty="0"/>
              <a:t> |     30 s |</a:t>
            </a:r>
          </a:p>
          <a:p>
            <a:r>
              <a:rPr lang="en-US" sz="1600" dirty="0"/>
              <a:t>| Press de </a:t>
            </a:r>
            <a:r>
              <a:rPr lang="en-US" sz="1600" dirty="0" err="1"/>
              <a:t>hombro</a:t>
            </a:r>
            <a:r>
              <a:rPr lang="en-US" sz="1600" dirty="0"/>
              <a:t> con </a:t>
            </a:r>
            <a:r>
              <a:rPr lang="en-US" sz="1600" dirty="0" err="1"/>
              <a:t>pesa</a:t>
            </a:r>
            <a:r>
              <a:rPr lang="en-US" sz="1600" dirty="0"/>
              <a:t> de 1 kg              | 2×12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brazo</a:t>
            </a:r>
            <a:r>
              <a:rPr lang="en-US" sz="1600" dirty="0"/>
              <a:t> |     30 s |</a:t>
            </a:r>
          </a:p>
          <a:p>
            <a:endParaRPr lang="en-US" sz="1600" dirty="0"/>
          </a:p>
        </p:txBody>
      </p:sp>
      <p:pic>
        <p:nvPicPr>
          <p:cNvPr id="4" name="Picture 3" descr="3. REMO INCLINADO Coge un par de mancuernas, flexiona ligeramente las  rodillas y, sin curvar la espalda, baja el tronco hasta que esté casi  paralelo al suelo. Dobla los codos y levanta">
            <a:extLst>
              <a:ext uri="{FF2B5EF4-FFF2-40B4-BE49-F238E27FC236}">
                <a16:creationId xmlns:a16="http://schemas.microsoft.com/office/drawing/2014/main" id="{B2A55DCF-06DC-AC9B-C334-06412BADD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" y="1790700"/>
            <a:ext cx="2800350" cy="1638300"/>
          </a:xfrm>
          <a:prstGeom prst="rect">
            <a:avLst/>
          </a:prstGeom>
        </p:spPr>
      </p:pic>
      <p:pic>
        <p:nvPicPr>
          <p:cNvPr id="11" name="Picture 10" descr="hombre haciendo press de hombro con mancuernas sentado. entrenamiento del  cuerpo superior. ejercicios de la parte superior del cuerpo. ilustración  vectorial plana aislada sobre fondo blanco 16138033 Vector en Vecteezy">
            <a:extLst>
              <a:ext uri="{FF2B5EF4-FFF2-40B4-BE49-F238E27FC236}">
                <a16:creationId xmlns:a16="http://schemas.microsoft.com/office/drawing/2014/main" id="{94EFA445-3B28-F8F1-A0F1-CB7AAC16C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210" y="3692524"/>
            <a:ext cx="2800351" cy="280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43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774AD-0E67-33F7-2873-3428095D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7F2BA-F8FE-72D8-D402-CE2A597C2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0334" y="1825625"/>
            <a:ext cx="3753465" cy="2589059"/>
          </a:xfrm>
        </p:spPr>
        <p:txBody>
          <a:bodyPr>
            <a:normAutofit/>
          </a:bodyPr>
          <a:lstStyle/>
          <a:p>
            <a:r>
              <a:rPr lang="en-US" sz="1600" dirty="0"/>
              <a:t>| </a:t>
            </a:r>
            <a:r>
              <a:rPr lang="en-US" sz="1600" dirty="0" err="1"/>
              <a:t>Ejercicio</a:t>
            </a:r>
            <a:r>
              <a:rPr lang="en-US" sz="1600" dirty="0"/>
              <a:t>       |             Series |</a:t>
            </a:r>
          </a:p>
          <a:p>
            <a:r>
              <a:rPr lang="en-US" sz="1600" dirty="0"/>
              <a:t>| --------------- | -----------------: |</a:t>
            </a:r>
          </a:p>
          <a:p>
            <a:r>
              <a:rPr lang="en-US" sz="1600" dirty="0"/>
              <a:t>| Plancha frontal |          3×35 s |</a:t>
            </a:r>
          </a:p>
          <a:p>
            <a:r>
              <a:rPr lang="en-US" sz="1600" dirty="0"/>
              <a:t>| Plancha lateral | 2×25 s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lado</a:t>
            </a:r>
            <a:r>
              <a:rPr lang="en-US" sz="1600" dirty="0"/>
              <a:t> |</a:t>
            </a:r>
          </a:p>
          <a:p>
            <a:r>
              <a:rPr lang="en-US" sz="1600" dirty="0"/>
              <a:t>| Bird-dog        |    3×8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lado</a:t>
            </a:r>
            <a:r>
              <a:rPr lang="en-US" sz="1600" dirty="0"/>
              <a:t> |</a:t>
            </a:r>
          </a:p>
          <a:p>
            <a:r>
              <a:rPr lang="en-US" sz="1600" dirty="0"/>
              <a:t>| Dead bug        |       2×8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lado</a:t>
            </a:r>
            <a:r>
              <a:rPr lang="en-US" sz="1600" dirty="0"/>
              <a:t> |</a:t>
            </a:r>
          </a:p>
          <a:p>
            <a:r>
              <a:rPr lang="en-US" sz="1600" dirty="0"/>
              <a:t>| Gato-</a:t>
            </a:r>
            <a:r>
              <a:rPr lang="en-US" sz="1600" dirty="0" err="1"/>
              <a:t>vaca</a:t>
            </a:r>
            <a:r>
              <a:rPr lang="en-US" sz="1600" dirty="0"/>
              <a:t>       |               2×10 |</a:t>
            </a:r>
          </a:p>
          <a:p>
            <a:endParaRPr lang="en-US" sz="1600" dirty="0"/>
          </a:p>
        </p:txBody>
      </p:sp>
      <p:pic>
        <p:nvPicPr>
          <p:cNvPr id="4" name="Picture 3" descr="Plancha: poderosas maneras de hacerlas | Siclo.com">
            <a:extLst>
              <a:ext uri="{FF2B5EF4-FFF2-40B4-BE49-F238E27FC236}">
                <a16:creationId xmlns:a16="http://schemas.microsoft.com/office/drawing/2014/main" id="{2239B76E-24B3-B761-92F9-DAE5A7EFA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25" t="31513" r="13624" b="16276"/>
          <a:stretch>
            <a:fillRect/>
          </a:stretch>
        </p:blipFill>
        <p:spPr>
          <a:xfrm>
            <a:off x="531959" y="2054671"/>
            <a:ext cx="2973242" cy="1531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4B8B05-C1E1-663B-3643-0E2B290A0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48" y="4683760"/>
            <a:ext cx="3218253" cy="1622270"/>
          </a:xfrm>
          <a:prstGeom prst="rect">
            <a:avLst/>
          </a:prstGeom>
        </p:spPr>
      </p:pic>
      <p:pic>
        <p:nvPicPr>
          <p:cNvPr id="7" name="Picture 6" descr="Exercise Tutorial: Bird Dog">
            <a:extLst>
              <a:ext uri="{FF2B5EF4-FFF2-40B4-BE49-F238E27FC236}">
                <a16:creationId xmlns:a16="http://schemas.microsoft.com/office/drawing/2014/main" id="{1A608E04-DDF4-BF7C-59C9-C21DFC2CA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227" y="1825625"/>
            <a:ext cx="2545080" cy="2545080"/>
          </a:xfrm>
          <a:prstGeom prst="rect">
            <a:avLst/>
          </a:prstGeom>
        </p:spPr>
      </p:pic>
      <p:pic>
        <p:nvPicPr>
          <p:cNvPr id="8" name="Picture 7" descr="Dead bug - GoFitnessPlan">
            <a:extLst>
              <a:ext uri="{FF2B5EF4-FFF2-40B4-BE49-F238E27FC236}">
                <a16:creationId xmlns:a16="http://schemas.microsoft.com/office/drawing/2014/main" id="{13696E3B-D8BC-E0CE-DA8A-31F7AF1843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74" t="42746" r="-1374" b="16490"/>
          <a:stretch>
            <a:fillRect/>
          </a:stretch>
        </p:blipFill>
        <p:spPr>
          <a:xfrm>
            <a:off x="3877300" y="4980467"/>
            <a:ext cx="4437400" cy="1325563"/>
          </a:xfrm>
          <a:prstGeom prst="rect">
            <a:avLst/>
          </a:prstGeom>
        </p:spPr>
      </p:pic>
      <p:pic>
        <p:nvPicPr>
          <p:cNvPr id="9" name="Picture 8" descr="grávida mulher prática gato vaca pose para meditação sorrir com grande  barriga confortável e relaxar, gravidez mulher respiração e calma com ioga.  25767943 Vetor no Vecteezy">
            <a:extLst>
              <a:ext uri="{FF2B5EF4-FFF2-40B4-BE49-F238E27FC236}">
                <a16:creationId xmlns:a16="http://schemas.microsoft.com/office/drawing/2014/main" id="{E43B747E-45EF-5078-540F-03265F9DD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090" y="4752975"/>
            <a:ext cx="17399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6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D6EB-65CB-B652-C35D-26A1BF7F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0CDC6-0F0A-746F-0AF4-E0B64D765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032" y="1825625"/>
            <a:ext cx="4028768" cy="2982349"/>
          </a:xfrm>
        </p:spPr>
        <p:txBody>
          <a:bodyPr>
            <a:normAutofit/>
          </a:bodyPr>
          <a:lstStyle/>
          <a:p>
            <a:r>
              <a:rPr lang="en-US" sz="1600" dirty="0"/>
              <a:t>| </a:t>
            </a:r>
            <a:r>
              <a:rPr lang="en-US" sz="1600" dirty="0" err="1"/>
              <a:t>Ejercicio</a:t>
            </a:r>
            <a:r>
              <a:rPr lang="en-US" sz="1600" dirty="0"/>
              <a:t>            |      </a:t>
            </a:r>
            <a:r>
              <a:rPr lang="en-US" sz="1600" dirty="0" err="1"/>
              <a:t>Duración</a:t>
            </a:r>
            <a:r>
              <a:rPr lang="en-US" sz="1600" dirty="0"/>
              <a:t> |</a:t>
            </a:r>
          </a:p>
          <a:p>
            <a:r>
              <a:rPr lang="en-US" sz="1600" dirty="0"/>
              <a:t>| -------------------- | ------------: |</a:t>
            </a:r>
          </a:p>
          <a:p>
            <a:r>
              <a:rPr lang="en-US" sz="1600" dirty="0"/>
              <a:t>| Flexor de </a:t>
            </a:r>
            <a:r>
              <a:rPr lang="en-US" sz="1600" dirty="0" err="1"/>
              <a:t>cadera</a:t>
            </a:r>
            <a:r>
              <a:rPr lang="en-US" sz="1600" dirty="0"/>
              <a:t>     | 40 s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lado</a:t>
            </a:r>
            <a:r>
              <a:rPr lang="en-US" sz="1600" dirty="0"/>
              <a:t> |</a:t>
            </a:r>
          </a:p>
          <a:p>
            <a:r>
              <a:rPr lang="en-US" sz="1600" dirty="0"/>
              <a:t>| </a:t>
            </a:r>
            <a:r>
              <a:rPr lang="en-US" sz="1600" dirty="0" err="1"/>
              <a:t>Piriforme</a:t>
            </a:r>
            <a:r>
              <a:rPr lang="en-US" sz="1600" dirty="0"/>
              <a:t> / </a:t>
            </a:r>
            <a:r>
              <a:rPr lang="en-US" sz="1600" dirty="0" err="1"/>
              <a:t>glúteo</a:t>
            </a:r>
            <a:r>
              <a:rPr lang="en-US" sz="1600" dirty="0"/>
              <a:t>   | 40 s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lado</a:t>
            </a:r>
            <a:r>
              <a:rPr lang="en-US" sz="1600" dirty="0"/>
              <a:t> |</a:t>
            </a:r>
          </a:p>
          <a:p>
            <a:r>
              <a:rPr lang="en-US" sz="1600" dirty="0"/>
              <a:t>| </a:t>
            </a:r>
            <a:r>
              <a:rPr lang="en-US" sz="1600" dirty="0" err="1"/>
              <a:t>Isquiotibiales</a:t>
            </a:r>
            <a:r>
              <a:rPr lang="en-US" sz="1600" dirty="0"/>
              <a:t>       | 40 s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lado</a:t>
            </a:r>
            <a:r>
              <a:rPr lang="en-US" sz="1600" dirty="0"/>
              <a:t> |</a:t>
            </a:r>
          </a:p>
          <a:p>
            <a:r>
              <a:rPr lang="en-US" sz="1600" dirty="0"/>
              <a:t>| </a:t>
            </a:r>
            <a:r>
              <a:rPr lang="en-US" sz="1600" dirty="0" err="1"/>
              <a:t>Cuádriceps</a:t>
            </a:r>
            <a:r>
              <a:rPr lang="en-US" sz="1600" dirty="0"/>
              <a:t>           | 30 s </a:t>
            </a:r>
            <a:r>
              <a:rPr lang="en-US" sz="1600" dirty="0" err="1"/>
              <a:t>por</a:t>
            </a:r>
            <a:r>
              <a:rPr lang="en-US" sz="1600" dirty="0"/>
              <a:t> </a:t>
            </a:r>
            <a:r>
              <a:rPr lang="en-US" sz="1600" dirty="0" err="1"/>
              <a:t>lado</a:t>
            </a:r>
            <a:r>
              <a:rPr lang="en-US" sz="1600" dirty="0"/>
              <a:t> |</a:t>
            </a:r>
          </a:p>
          <a:p>
            <a:r>
              <a:rPr lang="en-US" sz="1600" dirty="0"/>
              <a:t>| </a:t>
            </a:r>
            <a:r>
              <a:rPr lang="en-US" sz="1600" dirty="0" err="1"/>
              <a:t>Respiración</a:t>
            </a:r>
            <a:r>
              <a:rPr lang="en-US" sz="1600" dirty="0"/>
              <a:t> profunda |      1 </a:t>
            </a:r>
            <a:r>
              <a:rPr lang="en-US" sz="1600" dirty="0" err="1"/>
              <a:t>minuto</a:t>
            </a:r>
            <a:r>
              <a:rPr lang="en-US" sz="1600" dirty="0"/>
              <a:t> |</a:t>
            </a:r>
          </a:p>
          <a:p>
            <a:endParaRPr lang="en-US" sz="1600" dirty="0"/>
          </a:p>
        </p:txBody>
      </p:sp>
      <p:pic>
        <p:nvPicPr>
          <p:cNvPr id="4" name="Picture 3" descr="Distensión de los músculos flexores de la cadera: Ejercicios de  rehabilitación | Kaiser Permanente">
            <a:extLst>
              <a:ext uri="{FF2B5EF4-FFF2-40B4-BE49-F238E27FC236}">
                <a16:creationId xmlns:a16="http://schemas.microsoft.com/office/drawing/2014/main" id="{F5AFA99F-2F0A-E889-93A5-1922775EC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0" y="1562100"/>
            <a:ext cx="2857500" cy="1866900"/>
          </a:xfrm>
          <a:prstGeom prst="rect">
            <a:avLst/>
          </a:prstGeom>
        </p:spPr>
      </p:pic>
      <p:pic>
        <p:nvPicPr>
          <p:cNvPr id="5" name="Picture 4" descr="6 ejercicios, estiramientos y automasajes para el síndrome del piramidal |  FisioOnline">
            <a:extLst>
              <a:ext uri="{FF2B5EF4-FFF2-40B4-BE49-F238E27FC236}">
                <a16:creationId xmlns:a16="http://schemas.microsoft.com/office/drawing/2014/main" id="{28FE8371-FA97-18AC-1316-E19EE899D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895" y="1579177"/>
            <a:ext cx="2942003" cy="1961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30F9E4-A3AA-7059-2921-CE866F61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540" y="3679104"/>
            <a:ext cx="3419952" cy="22577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E16843-7A30-3AB6-E6FF-D36FF7DBA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9724" y="3679104"/>
            <a:ext cx="2406344" cy="270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89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306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2</cp:revision>
  <dcterms:created xsi:type="dcterms:W3CDTF">2026-05-11T02:01:31Z</dcterms:created>
  <dcterms:modified xsi:type="dcterms:W3CDTF">2026-05-11T02:49:53Z</dcterms:modified>
</cp:coreProperties>
</file>