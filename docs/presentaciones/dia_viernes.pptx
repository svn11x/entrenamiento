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3" r:id="rId5"/>
    <p:sldId id="262" r:id="rId6"/>
  </p:sldIdLst>
  <p:sldSz cx="12192000" cy="6858000"/>
  <p:notesSz cx="6858000" cy="9144000"/>
  <p:embeddedFontLst>
    <p:embeddedFont>
      <p:font typeface="Play" panose="020B0604020202020204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hcTdjKn9dxQGcx5twh7JNzoMOt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15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pic>
        <p:nvPicPr>
          <p:cNvPr id="91" name="Google Shape;91;p2" descr="hombre haciendo círculos de tobillo rotaciones o ejercicio de rollos.  ilustración vectorial plana aislada sobre fondo blanco 16124274 Vector en  Vecteezy"/>
          <p:cNvPicPr preferRelativeResize="0"/>
          <p:nvPr/>
        </p:nvPicPr>
        <p:blipFill rotWithShape="1">
          <a:blip r:embed="rId3">
            <a:alphaModFix/>
          </a:blip>
          <a:srcRect t="19671" b="14148"/>
          <a:stretch/>
        </p:blipFill>
        <p:spPr>
          <a:xfrm>
            <a:off x="756157" y="2753360"/>
            <a:ext cx="27633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4592320" y="2326640"/>
            <a:ext cx="689864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Círculos de tobillos                    10 por lado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Círculos suaves de rodillas                      10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Círculos de cadera               10 por dirección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Círculos de hombros         10 adelante / 10 atrás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Círculos de muñecas               10 por dirección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2" descr="Círculos De Hombros Ilustraciones Stock, Vectores, Y Clipart – (47  Ilustraciones Stock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90374" y="4094700"/>
            <a:ext cx="2763300" cy="276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 descr="DOLOR DE MUÑECAS!!Mediante simples ejercicios es posible eliminar el dolor  que surge en manos y muñecas por los movimientos repetitivos. Te enseñamos  a realizarlos, paso a paso: 1.- Realizar movimientos circulares encim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58442" y="4582160"/>
            <a:ext cx="2428875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00" name="Google Shape;100;p3"/>
          <p:cNvSpPr txBox="1">
            <a:spLocks noGrp="1"/>
          </p:cNvSpPr>
          <p:nvPr>
            <p:ph type="body" idx="1"/>
          </p:nvPr>
        </p:nvSpPr>
        <p:spPr>
          <a:xfrm>
            <a:off x="6400800" y="1825625"/>
            <a:ext cx="4953000" cy="229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dirty="0"/>
              <a:t>| </a:t>
            </a:r>
            <a:r>
              <a:rPr lang="en-US" sz="1400" dirty="0" err="1"/>
              <a:t>Ejercicio</a:t>
            </a:r>
            <a:r>
              <a:rPr lang="en-US" sz="1400" dirty="0"/>
              <a:t>                     |     Volumen |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dirty="0"/>
              <a:t>| ----------------------------- | ----------: |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dirty="0"/>
              <a:t>| Puente de </a:t>
            </a:r>
            <a:r>
              <a:rPr lang="en-US" sz="1400" dirty="0" err="1"/>
              <a:t>glúteos</a:t>
            </a:r>
            <a:r>
              <a:rPr lang="en-US" sz="1400" dirty="0"/>
              <a:t>             |          15 |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dirty="0"/>
              <a:t>| Clamshell / </a:t>
            </a:r>
            <a:r>
              <a:rPr lang="en-US" sz="1400" dirty="0" err="1"/>
              <a:t>almeja</a:t>
            </a:r>
            <a:r>
              <a:rPr lang="en-US" sz="1400" dirty="0"/>
              <a:t> de </a:t>
            </a:r>
            <a:r>
              <a:rPr lang="en-US" sz="1400" dirty="0" err="1"/>
              <a:t>lado</a:t>
            </a:r>
            <a:r>
              <a:rPr lang="en-US" sz="1400" dirty="0"/>
              <a:t>    | 12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lado</a:t>
            </a:r>
            <a:r>
              <a:rPr lang="en-US" sz="1400" dirty="0"/>
              <a:t> |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dirty="0"/>
              <a:t>| Donkey kick / </a:t>
            </a:r>
            <a:r>
              <a:rPr lang="en-US" sz="1400" dirty="0" err="1"/>
              <a:t>patada</a:t>
            </a:r>
            <a:r>
              <a:rPr lang="en-US" sz="1400" dirty="0"/>
              <a:t> de burro | 10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lado</a:t>
            </a:r>
            <a:r>
              <a:rPr lang="en-US" sz="1400" dirty="0"/>
              <a:t> |</a:t>
            </a:r>
            <a:endParaRPr dirty="0"/>
          </a:p>
          <a:p>
            <a:pPr marL="22860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dirty="0" err="1"/>
              <a:t>Caminadora</a:t>
            </a:r>
            <a:r>
              <a:rPr lang="en-US" sz="1400" dirty="0"/>
              <a:t> a 5.0 km/h. </a:t>
            </a:r>
            <a:r>
              <a:rPr lang="en-US" sz="1400" b="1" dirty="0"/>
              <a:t>20 </a:t>
            </a:r>
            <a:r>
              <a:rPr lang="en-US" sz="1400" b="1" dirty="0" err="1"/>
              <a:t>minutos</a:t>
            </a:r>
            <a:endParaRPr sz="1400" dirty="0"/>
          </a:p>
          <a:p>
            <a:pPr marL="22860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/>
          </a:p>
          <a:p>
            <a:pPr marL="22860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/>
          </a:p>
          <a:p>
            <a:pPr marL="22860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/>
          </a:p>
        </p:txBody>
      </p:sp>
      <p:pic>
        <p:nvPicPr>
          <p:cNvPr id="101" name="Google Shape;10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3388584"/>
            <a:ext cx="3804374" cy="285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974" y="4272116"/>
            <a:ext cx="3320691" cy="2433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49" name="Google Shape;149;p8"/>
          <p:cNvSpPr txBox="1">
            <a:spLocks noGrp="1"/>
          </p:cNvSpPr>
          <p:nvPr>
            <p:ph type="body" idx="1"/>
          </p:nvPr>
        </p:nvSpPr>
        <p:spPr>
          <a:xfrm>
            <a:off x="7325032" y="1825625"/>
            <a:ext cx="4028768" cy="2982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r>
              <a:rPr lang="en-US" dirty="0"/>
              <a:t>| </a:t>
            </a:r>
            <a:r>
              <a:rPr lang="en-US" dirty="0" err="1"/>
              <a:t>Ejercicio</a:t>
            </a:r>
            <a:r>
              <a:rPr lang="en-US" dirty="0"/>
              <a:t>                           |           </a:t>
            </a:r>
            <a:r>
              <a:rPr lang="en-US" dirty="0" err="1"/>
              <a:t>Duración</a:t>
            </a:r>
            <a:r>
              <a:rPr lang="en-US" dirty="0"/>
              <a:t> |</a:t>
            </a:r>
          </a:p>
          <a:p>
            <a:r>
              <a:rPr lang="en-US" dirty="0"/>
              <a:t>| ----------------------------------- | -----------------: |</a:t>
            </a:r>
          </a:p>
          <a:p>
            <a:r>
              <a:rPr lang="en-US" dirty="0"/>
              <a:t>| 90/90                               | 1 min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× 2 |</a:t>
            </a:r>
          </a:p>
          <a:p>
            <a:r>
              <a:rPr lang="en-US" dirty="0"/>
              <a:t>| </a:t>
            </a:r>
            <a:r>
              <a:rPr lang="en-US" dirty="0" err="1"/>
              <a:t>Estiramiento</a:t>
            </a:r>
            <a:r>
              <a:rPr lang="en-US" dirty="0"/>
              <a:t> de paloma o </a:t>
            </a:r>
            <a:r>
              <a:rPr lang="en-US" dirty="0" err="1"/>
              <a:t>piriforme</a:t>
            </a:r>
            <a:r>
              <a:rPr lang="en-US" dirty="0"/>
              <a:t>  |      45 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|</a:t>
            </a:r>
          </a:p>
          <a:p>
            <a:r>
              <a:rPr lang="en-US" dirty="0"/>
              <a:t>| Flexor de </a:t>
            </a:r>
            <a:r>
              <a:rPr lang="en-US" dirty="0" err="1"/>
              <a:t>cadera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rodilla</a:t>
            </a:r>
            <a:r>
              <a:rPr lang="en-US" dirty="0"/>
              <a:t>         |      45 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|</a:t>
            </a:r>
          </a:p>
          <a:p>
            <a:r>
              <a:rPr lang="en-US" dirty="0"/>
              <a:t>| Frog stretch / rana                 |            1–2 min |</a:t>
            </a:r>
          </a:p>
          <a:p>
            <a:r>
              <a:rPr lang="en-US" dirty="0"/>
              <a:t>| </a:t>
            </a:r>
            <a:r>
              <a:rPr lang="en-US" dirty="0" err="1"/>
              <a:t>Rotaciones</a:t>
            </a:r>
            <a:r>
              <a:rPr lang="en-US" dirty="0"/>
              <a:t> de </a:t>
            </a:r>
            <a:r>
              <a:rPr lang="en-US" dirty="0" err="1"/>
              <a:t>cadera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cuadrupedia</a:t>
            </a:r>
            <a:r>
              <a:rPr lang="en-US" dirty="0"/>
              <a:t> |        10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|</a:t>
            </a:r>
          </a:p>
        </p:txBody>
      </p:sp>
      <p:pic>
        <p:nvPicPr>
          <p:cNvPr id="151" name="Google Shape;151;p8" descr="Giro Dinámico De Cadera 90-90: Guía de Ejercicios, Video, Técnicas,  Beneficios, Cómo Realizarlo, Músculos Trabajados, Consejos y Trucos |  Fitw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240" y="1704228"/>
            <a:ext cx="3486818" cy="1961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5 beneficios de la postura de la paloma que te cambiarán la vida y  variaciones que puedes probar">
            <a:extLst>
              <a:ext uri="{FF2B5EF4-FFF2-40B4-BE49-F238E27FC236}">
                <a16:creationId xmlns:a16="http://schemas.microsoft.com/office/drawing/2014/main" id="{5417D84C-C0C0-7EDF-FDB2-A810F544D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153" y="1825624"/>
            <a:ext cx="3084653" cy="2056435"/>
          </a:xfrm>
          <a:prstGeom prst="rect">
            <a:avLst/>
          </a:prstGeom>
        </p:spPr>
      </p:pic>
      <p:pic>
        <p:nvPicPr>
          <p:cNvPr id="4" name="Picture 3" descr="Estirar los flexores de la cadera">
            <a:extLst>
              <a:ext uri="{FF2B5EF4-FFF2-40B4-BE49-F238E27FC236}">
                <a16:creationId xmlns:a16="http://schemas.microsoft.com/office/drawing/2014/main" id="{67A33C95-CE3C-373A-3C2D-EFDB639291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1141"/>
          <a:stretch>
            <a:fillRect/>
          </a:stretch>
        </p:blipFill>
        <p:spPr>
          <a:xfrm>
            <a:off x="285815" y="3307567"/>
            <a:ext cx="2187964" cy="1846205"/>
          </a:xfrm>
          <a:prstGeom prst="rect">
            <a:avLst/>
          </a:prstGeom>
        </p:spPr>
      </p:pic>
      <p:pic>
        <p:nvPicPr>
          <p:cNvPr id="7" name="Picture 6" descr="Frog Pose - Mandukasana - The Yoga Collective - How To Do Frog Pose">
            <a:extLst>
              <a:ext uri="{FF2B5EF4-FFF2-40B4-BE49-F238E27FC236}">
                <a16:creationId xmlns:a16="http://schemas.microsoft.com/office/drawing/2014/main" id="{CDB1D7C9-89D4-E1D3-9F17-1EC8FBD38B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2379" y="4135135"/>
            <a:ext cx="3056675" cy="2037274"/>
          </a:xfrm>
          <a:prstGeom prst="rect">
            <a:avLst/>
          </a:prstGeom>
        </p:spPr>
      </p:pic>
      <p:pic>
        <p:nvPicPr>
          <p:cNvPr id="8" name="Picture 7" descr="Ejercicio terapéutico PRÓTESIS de CADERA en casa (Fase 2): COVID-19">
            <a:extLst>
              <a:ext uri="{FF2B5EF4-FFF2-40B4-BE49-F238E27FC236}">
                <a16:creationId xmlns:a16="http://schemas.microsoft.com/office/drawing/2014/main" id="{73D3B05B-3E40-D761-3216-B4B9D03A0B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0489" y="5048250"/>
            <a:ext cx="2533650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8D6EB-65CB-B652-C35D-26A1BF7F0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0CDC6-0F0A-746F-0AF4-E0B64D765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0660" y="1825626"/>
            <a:ext cx="3483140" cy="2570748"/>
          </a:xfrm>
        </p:spPr>
        <p:txBody>
          <a:bodyPr>
            <a:normAutofit/>
          </a:bodyPr>
          <a:lstStyle/>
          <a:p>
            <a:r>
              <a:rPr lang="es-ES" sz="1600" dirty="0"/>
              <a:t>* Isquiotibiales. 30s por lado</a:t>
            </a:r>
          </a:p>
          <a:p>
            <a:r>
              <a:rPr lang="es-ES" sz="1600" dirty="0"/>
              <a:t>* Cuádriceps. 30s por lado</a:t>
            </a:r>
          </a:p>
          <a:p>
            <a:r>
              <a:rPr lang="es-ES" sz="1600" dirty="0"/>
              <a:t>* Aductores. 60s</a:t>
            </a:r>
          </a:p>
          <a:p>
            <a:r>
              <a:rPr lang="es-ES" sz="1600" dirty="0"/>
              <a:t>* Gemelos. 60s</a:t>
            </a:r>
          </a:p>
          <a:p>
            <a:r>
              <a:rPr lang="es-ES" sz="1600" dirty="0"/>
              <a:t>* Glúteos.60s</a:t>
            </a:r>
          </a:p>
          <a:p>
            <a:r>
              <a:rPr lang="es-ES" sz="1600" dirty="0"/>
              <a:t>* Espalda baja suave.60s</a:t>
            </a:r>
          </a:p>
          <a:p>
            <a:r>
              <a:rPr lang="es-ES" sz="1600" dirty="0"/>
              <a:t>* Dorsales y hombros.</a:t>
            </a:r>
          </a:p>
        </p:txBody>
      </p:sp>
      <p:pic>
        <p:nvPicPr>
          <p:cNvPr id="6" name="Picture 5" descr="Estiramientos Isquiotibiales | Atmósfera Sport">
            <a:extLst>
              <a:ext uri="{FF2B5EF4-FFF2-40B4-BE49-F238E27FC236}">
                <a16:creationId xmlns:a16="http://schemas.microsoft.com/office/drawing/2014/main" id="{1E8E1577-664C-B3C4-EE52-B039BDFF8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62" y="1027906"/>
            <a:ext cx="3856122" cy="2570748"/>
          </a:xfrm>
          <a:prstGeom prst="rect">
            <a:avLst/>
          </a:prstGeom>
        </p:spPr>
      </p:pic>
      <p:pic>
        <p:nvPicPr>
          <p:cNvPr id="8" name="Picture 7" descr="hombre haciendo estiramiento de cuádriceps, ejercicio de enfriamiento. pose  de equilibrio, mejora de la flexibilidad. ilustración vectorial plana  aislada sobre fondo blanco 18746790 Vector en Vecteezy">
            <a:extLst>
              <a:ext uri="{FF2B5EF4-FFF2-40B4-BE49-F238E27FC236}">
                <a16:creationId xmlns:a16="http://schemas.microsoft.com/office/drawing/2014/main" id="{43423244-04D5-AE6F-B3E0-A3B926ABC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584" y="1027906"/>
            <a:ext cx="2141622" cy="2141622"/>
          </a:xfrm>
          <a:prstGeom prst="rect">
            <a:avLst/>
          </a:prstGeom>
        </p:spPr>
      </p:pic>
      <p:pic>
        <p:nvPicPr>
          <p:cNvPr id="10" name="Picture 9" descr="Estiramiento de aductores con los pies juntos sentados | Adductors and more  | Niel Asher Education Ejercicios y Estiramientos blog">
            <a:extLst>
              <a:ext uri="{FF2B5EF4-FFF2-40B4-BE49-F238E27FC236}">
                <a16:creationId xmlns:a16="http://schemas.microsoft.com/office/drawing/2014/main" id="{D9D6957D-DC0A-ECF2-6A76-7F0E299F1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62" y="3360751"/>
            <a:ext cx="1801368" cy="1801368"/>
          </a:xfrm>
          <a:prstGeom prst="rect">
            <a:avLst/>
          </a:prstGeom>
        </p:spPr>
      </p:pic>
      <p:pic>
        <p:nvPicPr>
          <p:cNvPr id="11" name="Picture 10" descr="Cómo estirar los gemelos - ¡6 Ejercicios fáciles y eficaces!">
            <a:extLst>
              <a:ext uri="{FF2B5EF4-FFF2-40B4-BE49-F238E27FC236}">
                <a16:creationId xmlns:a16="http://schemas.microsoft.com/office/drawing/2014/main" id="{B76E8B06-DD2C-BB70-2814-517AEA5CF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1174" y="3052950"/>
            <a:ext cx="2538171" cy="20305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8A546A-CE4A-1031-4A4F-BF91570F89F4}"/>
              </a:ext>
            </a:extLst>
          </p:cNvPr>
          <p:cNvSpPr txBox="1"/>
          <p:nvPr/>
        </p:nvSpPr>
        <p:spPr>
          <a:xfrm>
            <a:off x="3048000" y="327912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3FCB81-5B0E-8887-1C53-B13E1D69A2A2}"/>
              </a:ext>
            </a:extLst>
          </p:cNvPr>
          <p:cNvSpPr txBox="1"/>
          <p:nvPr/>
        </p:nvSpPr>
        <p:spPr>
          <a:xfrm>
            <a:off x="3048000" y="327912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233DBA-93F5-8D90-4949-74AE25136C91}"/>
              </a:ext>
            </a:extLst>
          </p:cNvPr>
          <p:cNvSpPr txBox="1"/>
          <p:nvPr/>
        </p:nvSpPr>
        <p:spPr>
          <a:xfrm>
            <a:off x="3048000" y="327912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20" name="Picture 19" descr="18 ejercicios efectivos para aliviar el dolor lumbar">
            <a:extLst>
              <a:ext uri="{FF2B5EF4-FFF2-40B4-BE49-F238E27FC236}">
                <a16:creationId xmlns:a16="http://schemas.microsoft.com/office/drawing/2014/main" id="{0CE302AB-B5B1-D4E4-A415-860AA5DAD9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00" y="5336966"/>
            <a:ext cx="2426668" cy="1619429"/>
          </a:xfrm>
          <a:prstGeom prst="rect">
            <a:avLst/>
          </a:prstGeom>
        </p:spPr>
      </p:pic>
      <p:pic>
        <p:nvPicPr>
          <p:cNvPr id="21" name="Picture 20" descr="Ejercicio De Estiramiento De Hombros. Estira Para Aliviar El Dolor De  Hombros Ilustración del Vector - Ilustración de fondo, ropas: 158160052">
            <a:extLst>
              <a:ext uri="{FF2B5EF4-FFF2-40B4-BE49-F238E27FC236}">
                <a16:creationId xmlns:a16="http://schemas.microsoft.com/office/drawing/2014/main" id="{CB523B01-1D99-5500-3315-E91B4493B8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4714" y="4505968"/>
            <a:ext cx="2193680" cy="2317074"/>
          </a:xfrm>
          <a:prstGeom prst="rect">
            <a:avLst/>
          </a:prstGeom>
        </p:spPr>
      </p:pic>
      <p:pic>
        <p:nvPicPr>
          <p:cNvPr id="22" name="Picture 21" descr="CTO - AM">
            <a:extLst>
              <a:ext uri="{FF2B5EF4-FFF2-40B4-BE49-F238E27FC236}">
                <a16:creationId xmlns:a16="http://schemas.microsoft.com/office/drawing/2014/main" id="{A1C1B721-5C91-AA4A-3B4D-C8139A40E8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9345" y="5162119"/>
            <a:ext cx="2145729" cy="158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89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PresentationFormat>Widescreen</PresentationFormat>
  <Paragraphs>27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Sebastian Valderas</dc:creator>
  <cp:lastModifiedBy>Sebastian Valderas</cp:lastModifiedBy>
  <cp:revision>1</cp:revision>
  <dcterms:created xsi:type="dcterms:W3CDTF">2026-05-11T02:01:31Z</dcterms:created>
  <dcterms:modified xsi:type="dcterms:W3CDTF">2026-05-15T02:01:36Z</dcterms:modified>
</cp:coreProperties>
</file>