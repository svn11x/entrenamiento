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66" r:id="rId8"/>
    <p:sldId id="267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D4344-1CD5-4C9D-9484-F9A753E325B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64768-8EC7-4227-8183-948668100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74BE-0137-8A9C-FC21-DFCE87B3C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CDCD1-4B52-6407-65BC-EEDE6ED8B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47113-BBF0-99C9-C9B2-1B87853B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E6624-FF92-E986-7F58-C9A4D6F4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93576-1A1C-2272-BB2A-A217C1EA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9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A758-E593-CC20-70F8-C7C135AD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4FFE-7B07-99D8-59EF-BC235185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5A25B-CA57-2B8C-6A4B-5B8759D7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59F9-DEA9-05D0-A94B-6A2D8B9C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774B-E484-F215-6C4C-9E6EEB0D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C6D1-3BD4-002D-DCED-905BBAB3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09B1F-38D0-AB61-E460-B221E163D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A6D5-A9EF-C3A4-63C7-231D79278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1D6E-76C3-3CF5-6240-F1E08E18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FC1C9-8D5B-F783-83DC-12287FA0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207B-007D-B5D0-53BB-8C84FA7C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870-B65B-3CF9-D603-6A2A178D1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516F5-39A1-578B-C870-39E1B54D3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A7F37-3C4D-EA67-7147-6B971B54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8133-D151-00C3-FE53-0DC95BFF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9AB2C-1D15-71F2-906C-47928760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4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3A75-C120-013B-BDE0-8CC38967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2E40-86DC-8D95-49B0-1AD14D219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9FF9-4863-D08C-A033-53827E51C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F814B-E56B-5578-0E98-B28F28A42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EDB57-E726-389A-BDD2-F6CFA3A37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FE7AB-0DDD-578D-0E78-0FDA7628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BF33A-28AB-D2FC-2513-7C7514FB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CD3EC2-D0AF-A7F9-347A-B2C54120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4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4F88-3594-3080-5328-994AAAB6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8D2DB-5CC1-B6C7-F24B-57EE1A1B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20D40-524F-2CE7-830E-539423F6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7DAD3-0689-98A4-9A6A-66589ABD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8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1108E-37B1-810D-C07F-B9BF0B6C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7C313-63F9-74BF-0A6D-5A35E9A8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3C9BD-2FAB-61E5-DC68-E72B91E0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3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9D02-3E43-20E8-B579-1441A112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DB01-AFFE-DA5B-89B3-87EDD2AE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699D0-8C16-8C20-2E53-31F5F9D3D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5806A-263E-086C-916F-660A55EF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B3F8-0108-F0CA-F99C-54CB584F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3A6A9-1491-CA37-CE0C-2A02EED2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95BC-93B9-61B9-B3BE-4B586F8A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EE0C2-3E93-5EDB-71B1-B2F556910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03687-5C38-0807-6B00-E2BF22CD4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2A005-17BF-1F2E-6625-35550165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F7C72-C82D-9534-B306-465B5056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8BB66-7576-1122-16ED-8AF428B1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9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69EE-33F9-29E5-6168-A68FD77C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DC914-4324-B21D-D7ED-550A3979F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1A9B-CD77-5A06-561A-FFEF4DF1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91B0-7A96-D51C-0537-F8D60E31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9A18E-0919-7A92-430A-97FFF7FE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4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EA86A-92E2-B8C4-31A0-D43C24A16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0BB67-1C2E-4C72-7CEB-3FAB2DAE8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6982-60AF-7628-C1DB-8BD193DF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AA81E-BAD9-648B-9F0A-039F2744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B006-BB9F-9EF1-A9D3-0374968C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2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C01E4-3B99-79B6-B7BE-7AEA2270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568EC-E934-237B-3C3E-9508E1A18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C269-17AD-F84F-AD2F-7C99FE9E3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F8028-EA44-42C8-91E4-EFCE5ADF243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B4E89-B744-0747-D1BD-09572DEF0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B0AF-679D-2CB6-5E99-2BF261428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8ADF-734C-EB70-080C-C83D894B0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58F17-5DA8-D93E-78A7-468B36FD1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28C8-3D61-7BBC-7A45-BC5C056A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hombre haciendo círculos de tobillo rotaciones o ejercicio de rollos.  ilustración vectorial plana aislada sobre fondo blanco 16124274 Vector en  Vecteezy">
            <a:extLst>
              <a:ext uri="{FF2B5EF4-FFF2-40B4-BE49-F238E27FC236}">
                <a16:creationId xmlns:a16="http://schemas.microsoft.com/office/drawing/2014/main" id="{91316910-6817-54DB-6F73-77551007A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71" b="14148"/>
          <a:stretch>
            <a:fillRect/>
          </a:stretch>
        </p:blipFill>
        <p:spPr>
          <a:xfrm>
            <a:off x="756157" y="2753360"/>
            <a:ext cx="27633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DB3AF-9B31-70E2-832D-449A782505BF}"/>
              </a:ext>
            </a:extLst>
          </p:cNvPr>
          <p:cNvSpPr txBox="1"/>
          <p:nvPr/>
        </p:nvSpPr>
        <p:spPr>
          <a:xfrm>
            <a:off x="4592320" y="2326640"/>
            <a:ext cx="6898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Círculos de </a:t>
            </a:r>
            <a:r>
              <a:rPr lang="en-US" dirty="0" err="1"/>
              <a:t>tobillos</a:t>
            </a:r>
            <a:r>
              <a:rPr lang="en-US" dirty="0"/>
              <a:t>                    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</a:t>
            </a:r>
          </a:p>
          <a:p>
            <a:r>
              <a:rPr lang="en-US" dirty="0"/>
              <a:t>Círculos </a:t>
            </a:r>
            <a:r>
              <a:rPr lang="en-US" dirty="0" err="1"/>
              <a:t>suaves</a:t>
            </a:r>
            <a:r>
              <a:rPr lang="en-US" dirty="0"/>
              <a:t> de </a:t>
            </a:r>
            <a:r>
              <a:rPr lang="en-US" dirty="0" err="1"/>
              <a:t>rodillas</a:t>
            </a:r>
            <a:r>
              <a:rPr lang="en-US" dirty="0"/>
              <a:t>                      10</a:t>
            </a:r>
          </a:p>
          <a:p>
            <a:r>
              <a:rPr lang="en-US" dirty="0"/>
              <a:t>Círculos de </a:t>
            </a:r>
            <a:r>
              <a:rPr lang="en-US" dirty="0" err="1"/>
              <a:t>cadera</a:t>
            </a:r>
            <a:r>
              <a:rPr lang="en-US" dirty="0"/>
              <a:t>               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dirección</a:t>
            </a:r>
            <a:r>
              <a:rPr lang="en-US" dirty="0"/>
              <a:t> </a:t>
            </a:r>
          </a:p>
          <a:p>
            <a:r>
              <a:rPr lang="en-US" dirty="0" err="1"/>
              <a:t>Círculos</a:t>
            </a:r>
            <a:r>
              <a:rPr lang="en-US" dirty="0"/>
              <a:t> de </a:t>
            </a:r>
            <a:r>
              <a:rPr lang="en-US" dirty="0" err="1"/>
              <a:t>hombros</a:t>
            </a:r>
            <a:r>
              <a:rPr lang="en-US" dirty="0"/>
              <a:t>         10 </a:t>
            </a:r>
            <a:r>
              <a:rPr lang="en-US" dirty="0" err="1"/>
              <a:t>adelante</a:t>
            </a:r>
            <a:r>
              <a:rPr lang="en-US" dirty="0"/>
              <a:t> / 10 atrás </a:t>
            </a:r>
          </a:p>
          <a:p>
            <a:r>
              <a:rPr lang="en-US" dirty="0" err="1"/>
              <a:t>Círculos</a:t>
            </a:r>
            <a:r>
              <a:rPr lang="en-US" dirty="0"/>
              <a:t> de </a:t>
            </a:r>
            <a:r>
              <a:rPr lang="en-US" dirty="0" err="1"/>
              <a:t>muñecas</a:t>
            </a:r>
            <a:r>
              <a:rPr lang="en-US" dirty="0"/>
              <a:t>               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dirección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0" name="Picture 9" descr="Círculos De Hombros Ilustraciones Stock, Vectores, Y Clipart – (47  Ilustraciones Stock)">
            <a:extLst>
              <a:ext uri="{FF2B5EF4-FFF2-40B4-BE49-F238E27FC236}">
                <a16:creationId xmlns:a16="http://schemas.microsoft.com/office/drawing/2014/main" id="{8A8877D9-F219-7666-BC50-33AD7EB1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374" y="4094700"/>
            <a:ext cx="2763300" cy="2763300"/>
          </a:xfrm>
          <a:prstGeom prst="rect">
            <a:avLst/>
          </a:prstGeom>
        </p:spPr>
      </p:pic>
      <p:pic>
        <p:nvPicPr>
          <p:cNvPr id="11" name="Picture 10" descr="DOLOR DE MUÑECAS!!Mediante simples ejercicios es posible eliminar el dolor  que surge en manos y muñecas por los movimientos repetitivos. Te enseñamos  a realizarlos, paso a paso: 1.- Realizar movimientos circulares encima">
            <a:extLst>
              <a:ext uri="{FF2B5EF4-FFF2-40B4-BE49-F238E27FC236}">
                <a16:creationId xmlns:a16="http://schemas.microsoft.com/office/drawing/2014/main" id="{8F07DC0A-FC4D-7A0E-6776-D43BA65EC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442" y="4582160"/>
            <a:ext cx="24288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1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6400800" y="1825625"/>
            <a:ext cx="4953000" cy="229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</a:t>
            </a:r>
            <a:r>
              <a:rPr lang="en-US" sz="1400" dirty="0" err="1"/>
              <a:t>Ejercicio</a:t>
            </a:r>
            <a:r>
              <a:rPr lang="en-US" sz="1400" dirty="0"/>
              <a:t>                     |     Volumen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----------------------------- | ----------: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Puente de </a:t>
            </a:r>
            <a:r>
              <a:rPr lang="en-US" sz="1400" dirty="0" err="1"/>
              <a:t>glúteos</a:t>
            </a:r>
            <a:r>
              <a:rPr lang="en-US" sz="1400" dirty="0"/>
              <a:t>             |          15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Clamshell / </a:t>
            </a:r>
            <a:r>
              <a:rPr lang="en-US" sz="1400" dirty="0" err="1"/>
              <a:t>almeja</a:t>
            </a:r>
            <a:r>
              <a:rPr lang="en-US" sz="1400" dirty="0"/>
              <a:t> de </a:t>
            </a:r>
            <a:r>
              <a:rPr lang="en-US" sz="1400" dirty="0" err="1"/>
              <a:t>lado</a:t>
            </a:r>
            <a:r>
              <a:rPr lang="en-US" sz="1400" dirty="0"/>
              <a:t>    | 12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lado</a:t>
            </a:r>
            <a:r>
              <a:rPr lang="en-US" sz="1400" dirty="0"/>
              <a:t> |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/>
              <a:t>| Donkey kick / </a:t>
            </a:r>
            <a:r>
              <a:rPr lang="en-US" sz="1400" dirty="0" err="1"/>
              <a:t>patada</a:t>
            </a:r>
            <a:r>
              <a:rPr lang="en-US" sz="1400" dirty="0"/>
              <a:t> de burro | 10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lado</a:t>
            </a:r>
            <a:r>
              <a:rPr lang="en-US" sz="1400" dirty="0"/>
              <a:t> |</a:t>
            </a:r>
            <a:endParaRPr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 dirty="0" err="1"/>
              <a:t>Caminadora</a:t>
            </a:r>
            <a:r>
              <a:rPr lang="en-US" sz="1400" dirty="0"/>
              <a:t> a 5.0 km/h. </a:t>
            </a:r>
            <a:r>
              <a:rPr lang="en-US" sz="1400" b="1" dirty="0"/>
              <a:t>20 </a:t>
            </a:r>
            <a:r>
              <a:rPr lang="en-US" sz="1400" b="1" dirty="0" err="1"/>
              <a:t>minutos</a:t>
            </a:r>
            <a:endParaRPr sz="1400"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22860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</p:txBody>
      </p:sp>
      <p:pic>
        <p:nvPicPr>
          <p:cNvPr id="101" name="Google Shape;10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3388584"/>
            <a:ext cx="3804374" cy="28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974" y="4272116"/>
            <a:ext cx="3320691" cy="2433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C491-4318-5D12-8952-C3D6762D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D086-4B64-35F7-97B9-B6D96B7E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5 min</a:t>
            </a:r>
          </a:p>
          <a:p>
            <a:endParaRPr lang="es-ES" dirty="0"/>
          </a:p>
          <a:p>
            <a:r>
              <a:rPr lang="es-ES" dirty="0"/>
              <a:t>Trote suave.</a:t>
            </a:r>
          </a:p>
          <a:p>
            <a:r>
              <a:rPr lang="es-ES" dirty="0"/>
              <a:t>Talones al glúteo.</a:t>
            </a:r>
          </a:p>
          <a:p>
            <a:r>
              <a:rPr lang="es-ES" dirty="0"/>
              <a:t>Rodillas arriba suaves.</a:t>
            </a:r>
          </a:p>
          <a:p>
            <a:r>
              <a:rPr lang="es-ES" dirty="0"/>
              <a:t>Desplazamientos laterales.</a:t>
            </a:r>
          </a:p>
          <a:p>
            <a:r>
              <a:rPr lang="es-ES" dirty="0"/>
              <a:t>2 aceleraciones progresivas de 5–8 metros.</a:t>
            </a:r>
          </a:p>
        </p:txBody>
      </p:sp>
    </p:spTree>
    <p:extLst>
      <p:ext uri="{BB962C8B-B14F-4D97-AF65-F5344CB8AC3E}">
        <p14:creationId xmlns:p14="http://schemas.microsoft.com/office/powerpoint/2010/main" val="101197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56C7-20CE-17A2-BF98-59D9A9D8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1BA1-0C43-9642-8A23-FCA0C5354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658" y="1825624"/>
            <a:ext cx="6703142" cy="4417859"/>
          </a:xfrm>
        </p:spPr>
        <p:txBody>
          <a:bodyPr>
            <a:normAutofit/>
          </a:bodyPr>
          <a:lstStyle/>
          <a:p>
            <a:r>
              <a:rPr lang="en-US" sz="2000" dirty="0"/>
              <a:t>| </a:t>
            </a:r>
            <a:r>
              <a:rPr lang="en-US" sz="2000" dirty="0" err="1"/>
              <a:t>Ejercicio</a:t>
            </a:r>
            <a:r>
              <a:rPr lang="en-US" sz="2000" dirty="0"/>
              <a:t>                               |   Volumen |</a:t>
            </a:r>
          </a:p>
          <a:p>
            <a:r>
              <a:rPr lang="en-US" sz="2000" dirty="0"/>
              <a:t>| --------------------------------------- | --------: |</a:t>
            </a:r>
          </a:p>
          <a:p>
            <a:r>
              <a:rPr lang="en-US" sz="2000" dirty="0"/>
              <a:t>| </a:t>
            </a:r>
            <a:r>
              <a:rPr lang="en-US" sz="2000" dirty="0" err="1"/>
              <a:t>Conducción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línea</a:t>
            </a:r>
            <a:r>
              <a:rPr lang="en-US" sz="2000" dirty="0"/>
              <a:t> recta               | 3 </a:t>
            </a:r>
            <a:r>
              <a:rPr lang="en-US" sz="2000" dirty="0" err="1"/>
              <a:t>minutos</a:t>
            </a:r>
            <a:r>
              <a:rPr lang="en-US" sz="2000" dirty="0"/>
              <a:t> |</a:t>
            </a:r>
          </a:p>
          <a:p>
            <a:r>
              <a:rPr lang="en-US" sz="2000" dirty="0"/>
              <a:t>| </a:t>
            </a:r>
            <a:r>
              <a:rPr lang="en-US" sz="2000" dirty="0" err="1"/>
              <a:t>Conducción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zigzag con </a:t>
            </a:r>
            <a:r>
              <a:rPr lang="en-US" sz="2000" dirty="0" err="1"/>
              <a:t>botellas</a:t>
            </a:r>
            <a:r>
              <a:rPr lang="en-US" sz="2000" dirty="0"/>
              <a:t>/</a:t>
            </a:r>
            <a:r>
              <a:rPr lang="en-US" sz="2000" dirty="0" err="1"/>
              <a:t>conos</a:t>
            </a:r>
            <a:r>
              <a:rPr lang="en-US" sz="2000" dirty="0"/>
              <a:t> | 5 </a:t>
            </a:r>
            <a:r>
              <a:rPr lang="en-US" sz="2000" dirty="0" err="1"/>
              <a:t>minutos</a:t>
            </a:r>
            <a:r>
              <a:rPr lang="en-US" sz="2000" dirty="0"/>
              <a:t> |</a:t>
            </a:r>
          </a:p>
          <a:p>
            <a:r>
              <a:rPr lang="en-US" sz="2000" dirty="0"/>
              <a:t>| Toques con planta </a:t>
            </a:r>
            <a:r>
              <a:rPr lang="en-US" sz="2000" dirty="0" err="1"/>
              <a:t>alternando</a:t>
            </a:r>
            <a:r>
              <a:rPr lang="en-US" sz="2000" dirty="0"/>
              <a:t> pies       |    3×45 s |</a:t>
            </a:r>
          </a:p>
          <a:p>
            <a:r>
              <a:rPr lang="en-US" sz="2000" dirty="0"/>
              <a:t>| Interior-exterior con ambos pies        | 3 </a:t>
            </a:r>
            <a:r>
              <a:rPr lang="en-US" sz="2000" dirty="0" err="1"/>
              <a:t>minutos</a:t>
            </a:r>
            <a:r>
              <a:rPr lang="en-US" sz="2000" dirty="0"/>
              <a:t> |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9E8F5A-985A-6BED-4F81-341CA46EC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98" y="2468880"/>
            <a:ext cx="4429760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2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BF22-872E-C847-BAD2-F01A86F4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1B5C-ECA3-DBDB-1528-6BB9B5B4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79F0-0435-3365-E071-0F6FE95FB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| </a:t>
            </a:r>
            <a:r>
              <a:rPr lang="en-US" dirty="0" err="1"/>
              <a:t>Ejercicio</a:t>
            </a:r>
            <a:r>
              <a:rPr lang="en-US" dirty="0"/>
              <a:t>                                 |         Volumen |</a:t>
            </a:r>
          </a:p>
          <a:p>
            <a:r>
              <a:rPr lang="en-US" dirty="0"/>
              <a:t>| ----------------------------------------- | --------------: |</a:t>
            </a:r>
          </a:p>
          <a:p>
            <a:r>
              <a:rPr lang="en-US" dirty="0"/>
              <a:t>| </a:t>
            </a:r>
            <a:r>
              <a:rPr lang="en-US" dirty="0" err="1"/>
              <a:t>Pase</a:t>
            </a:r>
            <a:r>
              <a:rPr lang="en-US" dirty="0"/>
              <a:t> con </a:t>
            </a:r>
            <a:r>
              <a:rPr lang="en-US" dirty="0" err="1"/>
              <a:t>derecha</a:t>
            </a:r>
            <a:r>
              <a:rPr lang="en-US" dirty="0"/>
              <a:t>, control con planta      | 30 </a:t>
            </a:r>
            <a:r>
              <a:rPr lang="en-US" dirty="0" err="1"/>
              <a:t>repeticiones</a:t>
            </a:r>
            <a:r>
              <a:rPr lang="en-US" dirty="0"/>
              <a:t> |</a:t>
            </a:r>
          </a:p>
          <a:p>
            <a:r>
              <a:rPr lang="en-US" dirty="0"/>
              <a:t>| </a:t>
            </a:r>
            <a:r>
              <a:rPr lang="en-US" dirty="0" err="1"/>
              <a:t>Pase</a:t>
            </a:r>
            <a:r>
              <a:rPr lang="en-US" dirty="0"/>
              <a:t> con </a:t>
            </a:r>
            <a:r>
              <a:rPr lang="en-US" dirty="0" err="1"/>
              <a:t>izquierda</a:t>
            </a:r>
            <a:r>
              <a:rPr lang="en-US" dirty="0"/>
              <a:t>, control con planta    | 30 </a:t>
            </a:r>
            <a:r>
              <a:rPr lang="en-US" dirty="0" err="1"/>
              <a:t>repeticiones</a:t>
            </a:r>
            <a:r>
              <a:rPr lang="en-US" dirty="0"/>
              <a:t> |</a:t>
            </a:r>
          </a:p>
          <a:p>
            <a:r>
              <a:rPr lang="en-US" dirty="0"/>
              <a:t>| </a:t>
            </a:r>
            <a:r>
              <a:rPr lang="en-US" dirty="0" err="1"/>
              <a:t>Pase</a:t>
            </a:r>
            <a:r>
              <a:rPr lang="en-US" dirty="0"/>
              <a:t> </a:t>
            </a:r>
            <a:r>
              <a:rPr lang="en-US" dirty="0" err="1"/>
              <a:t>alternando</a:t>
            </a:r>
            <a:r>
              <a:rPr lang="en-US" dirty="0"/>
              <a:t> pies                      | 30 </a:t>
            </a:r>
            <a:r>
              <a:rPr lang="en-US" dirty="0" err="1"/>
              <a:t>repeticiones</a:t>
            </a:r>
            <a:r>
              <a:rPr lang="en-US" dirty="0"/>
              <a:t> |</a:t>
            </a:r>
          </a:p>
          <a:p>
            <a:r>
              <a:rPr lang="en-US" dirty="0"/>
              <a:t>| Control </a:t>
            </a:r>
            <a:r>
              <a:rPr lang="en-US" dirty="0" err="1"/>
              <a:t>orientado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</a:t>
            </a:r>
            <a:r>
              <a:rPr lang="en-US" dirty="0" err="1"/>
              <a:t>derecha</a:t>
            </a:r>
            <a:r>
              <a:rPr lang="en-US" dirty="0"/>
              <a:t>/</a:t>
            </a:r>
            <a:r>
              <a:rPr lang="en-US" dirty="0" err="1"/>
              <a:t>izquierda</a:t>
            </a:r>
            <a:r>
              <a:rPr lang="en-US" dirty="0"/>
              <a:t> |     15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</p:txBody>
      </p:sp>
    </p:spTree>
    <p:extLst>
      <p:ext uri="{BB962C8B-B14F-4D97-AF65-F5344CB8AC3E}">
        <p14:creationId xmlns:p14="http://schemas.microsoft.com/office/powerpoint/2010/main" val="269014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8A0F-6FFF-C19E-135F-19B245AA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B8041-C100-D6E9-7854-14111D66C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| </a:t>
            </a:r>
            <a:r>
              <a:rPr lang="en-US" dirty="0" err="1"/>
              <a:t>Ejercicio</a:t>
            </a:r>
            <a:r>
              <a:rPr lang="en-US" dirty="0"/>
              <a:t>                          |     Volumen |</a:t>
            </a:r>
          </a:p>
          <a:p>
            <a:r>
              <a:rPr lang="en-US" dirty="0"/>
              <a:t>| ---------------------------------- | ----------: |</a:t>
            </a:r>
          </a:p>
          <a:p>
            <a:r>
              <a:rPr lang="en-US" dirty="0"/>
              <a:t>| </a:t>
            </a:r>
            <a:r>
              <a:rPr lang="en-US" dirty="0" err="1"/>
              <a:t>Pase</a:t>
            </a:r>
            <a:r>
              <a:rPr lang="en-US" dirty="0"/>
              <a:t> </a:t>
            </a:r>
            <a:r>
              <a:rPr lang="en-US" dirty="0" err="1"/>
              <a:t>filtrado</a:t>
            </a:r>
            <a:r>
              <a:rPr lang="en-US" dirty="0"/>
              <a:t> con pie </a:t>
            </a:r>
            <a:r>
              <a:rPr lang="en-US" dirty="0" err="1"/>
              <a:t>dominante</a:t>
            </a:r>
            <a:r>
              <a:rPr lang="en-US" dirty="0"/>
              <a:t>    | 15 </a:t>
            </a:r>
            <a:r>
              <a:rPr lang="en-US" dirty="0" err="1"/>
              <a:t>intentos</a:t>
            </a:r>
            <a:r>
              <a:rPr lang="en-US" dirty="0"/>
              <a:t> |</a:t>
            </a:r>
          </a:p>
          <a:p>
            <a:r>
              <a:rPr lang="en-US" dirty="0"/>
              <a:t>| </a:t>
            </a:r>
            <a:r>
              <a:rPr lang="en-US" dirty="0" err="1"/>
              <a:t>Pase</a:t>
            </a:r>
            <a:r>
              <a:rPr lang="en-US" dirty="0"/>
              <a:t> </a:t>
            </a:r>
            <a:r>
              <a:rPr lang="en-US" dirty="0" err="1"/>
              <a:t>filtrado</a:t>
            </a:r>
            <a:r>
              <a:rPr lang="en-US" dirty="0"/>
              <a:t> con pie no </a:t>
            </a:r>
            <a:r>
              <a:rPr lang="en-US" dirty="0" err="1"/>
              <a:t>dominante</a:t>
            </a:r>
            <a:r>
              <a:rPr lang="en-US" dirty="0"/>
              <a:t> | 15 </a:t>
            </a:r>
            <a:r>
              <a:rPr lang="en-US" dirty="0" err="1"/>
              <a:t>intentos</a:t>
            </a:r>
            <a:r>
              <a:rPr lang="en-US" dirty="0"/>
              <a:t> |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5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CE2E-0167-BBDF-7C1E-28B320B1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C0A7D-0C9D-1E83-CB3F-2B0C0987E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| </a:t>
            </a:r>
            <a:r>
              <a:rPr lang="en-US" dirty="0" err="1"/>
              <a:t>Ejercicio</a:t>
            </a:r>
            <a:r>
              <a:rPr lang="en-US" dirty="0"/>
              <a:t>                      |    Volumen |</a:t>
            </a:r>
          </a:p>
          <a:p>
            <a:r>
              <a:rPr lang="en-US" dirty="0"/>
              <a:t>| ------------------------------ | ---------: |</a:t>
            </a:r>
          </a:p>
          <a:p>
            <a:r>
              <a:rPr lang="en-US" dirty="0"/>
              <a:t>| Remate con </a:t>
            </a:r>
            <a:r>
              <a:rPr lang="en-US" dirty="0" err="1"/>
              <a:t>balón</a:t>
            </a:r>
            <a:r>
              <a:rPr lang="en-US" dirty="0"/>
              <a:t> </a:t>
            </a:r>
            <a:r>
              <a:rPr lang="en-US" dirty="0" err="1"/>
              <a:t>quieto</a:t>
            </a:r>
            <a:r>
              <a:rPr lang="en-US" dirty="0"/>
              <a:t>        |      10–15 |</a:t>
            </a:r>
          </a:p>
          <a:p>
            <a:r>
              <a:rPr lang="en-US" dirty="0"/>
              <a:t>| Remate </a:t>
            </a:r>
            <a:r>
              <a:rPr lang="en-US" dirty="0" err="1"/>
              <a:t>tras</a:t>
            </a:r>
            <a:r>
              <a:rPr lang="en-US" dirty="0"/>
              <a:t> </a:t>
            </a:r>
            <a:r>
              <a:rPr lang="en-US" dirty="0" err="1"/>
              <a:t>conducción</a:t>
            </a:r>
            <a:r>
              <a:rPr lang="en-US" dirty="0"/>
              <a:t> </a:t>
            </a:r>
            <a:r>
              <a:rPr lang="en-US" dirty="0" err="1"/>
              <a:t>corta</a:t>
            </a:r>
            <a:r>
              <a:rPr lang="en-US" dirty="0"/>
              <a:t>   |         10 |</a:t>
            </a:r>
          </a:p>
          <a:p>
            <a:r>
              <a:rPr lang="en-US" dirty="0"/>
              <a:t>| Remate con </a:t>
            </a:r>
            <a:r>
              <a:rPr lang="en-US" dirty="0" err="1"/>
              <a:t>pierna</a:t>
            </a:r>
            <a:r>
              <a:rPr lang="en-US" dirty="0"/>
              <a:t> no </a:t>
            </a:r>
            <a:r>
              <a:rPr lang="en-US" dirty="0" err="1"/>
              <a:t>dominante</a:t>
            </a:r>
            <a:r>
              <a:rPr lang="en-US" dirty="0"/>
              <a:t> |       8–10 |</a:t>
            </a:r>
          </a:p>
          <a:p>
            <a:r>
              <a:rPr lang="en-US" dirty="0"/>
              <a:t>| Remate </a:t>
            </a:r>
            <a:r>
              <a:rPr lang="en-US" dirty="0" err="1"/>
              <a:t>colocado</a:t>
            </a:r>
            <a:r>
              <a:rPr lang="en-US" dirty="0"/>
              <a:t> a </a:t>
            </a:r>
            <a:r>
              <a:rPr lang="en-US" dirty="0" err="1"/>
              <a:t>esquinas</a:t>
            </a:r>
            <a:r>
              <a:rPr lang="en-US" dirty="0"/>
              <a:t>     | 6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1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D6EB-65CB-B652-C35D-26A1BF7F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CDC6-0F0A-746F-0AF4-E0B64D76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660" y="1825626"/>
            <a:ext cx="3483140" cy="257074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| </a:t>
            </a:r>
            <a:r>
              <a:rPr lang="en-US" dirty="0" err="1"/>
              <a:t>Ejercicio</a:t>
            </a:r>
            <a:r>
              <a:rPr lang="en-US" dirty="0"/>
              <a:t>          |      </a:t>
            </a:r>
            <a:r>
              <a:rPr lang="en-US" dirty="0" err="1"/>
              <a:t>Duración</a:t>
            </a:r>
            <a:r>
              <a:rPr lang="en-US" dirty="0"/>
              <a:t> |</a:t>
            </a:r>
          </a:p>
          <a:p>
            <a:r>
              <a:rPr lang="en-US" dirty="0"/>
              <a:t>| ------------------ | ------------: |</a:t>
            </a:r>
          </a:p>
          <a:p>
            <a:r>
              <a:rPr lang="en-US" dirty="0"/>
              <a:t>| Flexor de </a:t>
            </a:r>
            <a:r>
              <a:rPr lang="en-US" dirty="0" err="1"/>
              <a:t>cadera</a:t>
            </a:r>
            <a:r>
              <a:rPr lang="en-US" dirty="0"/>
              <a:t>   | 40 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  <a:p>
            <a:r>
              <a:rPr lang="en-US" dirty="0"/>
              <a:t>| </a:t>
            </a:r>
            <a:r>
              <a:rPr lang="en-US" dirty="0" err="1"/>
              <a:t>Glúteo</a:t>
            </a:r>
            <a:r>
              <a:rPr lang="en-US" dirty="0"/>
              <a:t> / </a:t>
            </a:r>
            <a:r>
              <a:rPr lang="en-US" dirty="0" err="1"/>
              <a:t>piriforme</a:t>
            </a:r>
            <a:r>
              <a:rPr lang="en-US" dirty="0"/>
              <a:t> | 40 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  <a:p>
            <a:r>
              <a:rPr lang="en-US" dirty="0"/>
              <a:t>| </a:t>
            </a:r>
            <a:r>
              <a:rPr lang="en-US" dirty="0" err="1"/>
              <a:t>Aductores</a:t>
            </a:r>
            <a:r>
              <a:rPr lang="en-US" dirty="0"/>
              <a:t>          |          40 s |</a:t>
            </a:r>
          </a:p>
          <a:p>
            <a:r>
              <a:rPr lang="en-US" dirty="0"/>
              <a:t>| </a:t>
            </a:r>
            <a:r>
              <a:rPr lang="en-US" dirty="0" err="1"/>
              <a:t>Gemelos</a:t>
            </a:r>
            <a:r>
              <a:rPr lang="en-US" dirty="0"/>
              <a:t>            | 40 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|</a:t>
            </a:r>
          </a:p>
          <a:p>
            <a:r>
              <a:rPr lang="en-US" dirty="0"/>
              <a:t>| </a:t>
            </a:r>
            <a:r>
              <a:rPr lang="en-US" dirty="0" err="1"/>
              <a:t>Respiración</a:t>
            </a:r>
            <a:r>
              <a:rPr lang="en-US" dirty="0"/>
              <a:t>        |      1 </a:t>
            </a:r>
            <a:r>
              <a:rPr lang="en-US" dirty="0" err="1"/>
              <a:t>minuto</a:t>
            </a:r>
            <a:r>
              <a:rPr lang="en-US" dirty="0"/>
              <a:t> |</a:t>
            </a:r>
          </a:p>
        </p:txBody>
      </p:sp>
      <p:pic>
        <p:nvPicPr>
          <p:cNvPr id="10" name="Picture 9" descr="Estiramiento de aductores con los pies juntos sentados | Adductors and more  | Niel Asher Education Ejercicios y Estiramientos blog">
            <a:extLst>
              <a:ext uri="{FF2B5EF4-FFF2-40B4-BE49-F238E27FC236}">
                <a16:creationId xmlns:a16="http://schemas.microsoft.com/office/drawing/2014/main" id="{D9D6957D-DC0A-ECF2-6A76-7F0E299F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49" y="4004597"/>
            <a:ext cx="1801368" cy="1801368"/>
          </a:xfrm>
          <a:prstGeom prst="rect">
            <a:avLst/>
          </a:prstGeom>
        </p:spPr>
      </p:pic>
      <p:pic>
        <p:nvPicPr>
          <p:cNvPr id="11" name="Picture 10" descr="Cómo estirar los gemelos - ¡6 Ejercicios fáciles y eficaces!">
            <a:extLst>
              <a:ext uri="{FF2B5EF4-FFF2-40B4-BE49-F238E27FC236}">
                <a16:creationId xmlns:a16="http://schemas.microsoft.com/office/drawing/2014/main" id="{B76E8B06-DD2C-BB70-2814-517AEA5CF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59" y="3775428"/>
            <a:ext cx="2538171" cy="20305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8A546A-CE4A-1031-4A4F-BF91570F89F4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3FCB81-5B0E-8887-1C53-B13E1D69A2A2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233DBA-93F5-8D90-4949-74AE25136C91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" name="Google Shape;150;p8" descr="6 ejercicios, estiramientos y automasajes para el síndrome del piramidal |  FisioOnline">
            <a:extLst>
              <a:ext uri="{FF2B5EF4-FFF2-40B4-BE49-F238E27FC236}">
                <a16:creationId xmlns:a16="http://schemas.microsoft.com/office/drawing/2014/main" id="{E00B56D7-6D4D-F17A-BB5A-20A593DD781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859" y="2043262"/>
            <a:ext cx="2942003" cy="196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2;p8" descr="Síndrome piriforme: Ejercicios | Kaiser Permanente">
            <a:extLst>
              <a:ext uri="{FF2B5EF4-FFF2-40B4-BE49-F238E27FC236}">
                <a16:creationId xmlns:a16="http://schemas.microsoft.com/office/drawing/2014/main" id="{81C8559A-515C-5C7A-E3B8-AD92C2911E4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1862" y="2034522"/>
            <a:ext cx="3810000" cy="248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4889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333</Words>
  <Application>Microsoft Office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3</cp:revision>
  <dcterms:created xsi:type="dcterms:W3CDTF">2026-05-11T02:01:31Z</dcterms:created>
  <dcterms:modified xsi:type="dcterms:W3CDTF">2026-05-16T04:20:21Z</dcterms:modified>
</cp:coreProperties>
</file>