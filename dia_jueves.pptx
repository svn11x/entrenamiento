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cTdjKn9dxQGcx5twh7JNzoMOt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2.jp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jpg"/><Relationship Id="rId4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Relationship Id="rId5" Type="http://schemas.openxmlformats.org/officeDocument/2006/relationships/image" Target="../media/image16.jpg"/><Relationship Id="rId6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9.png"/><Relationship Id="rId5" Type="http://schemas.openxmlformats.org/officeDocument/2006/relationships/image" Target="../media/image4.jpg"/><Relationship Id="rId6" Type="http://schemas.openxmlformats.org/officeDocument/2006/relationships/image" Target="../media/image24.jpg"/><Relationship Id="rId7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4.jpg"/><Relationship Id="rId6" Type="http://schemas.openxmlformats.org/officeDocument/2006/relationships/image" Target="../media/image22.jp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descr="hombre haciendo círculos de tobillo rotaciones o ejercicio de rollos.  ilustración vectorial plana aislada sobre fondo blanco 16124274 Vector en  Vecteezy" id="91" name="Google Shape;91;p2"/>
          <p:cNvPicPr preferRelativeResize="0"/>
          <p:nvPr/>
        </p:nvPicPr>
        <p:blipFill rotWithShape="1">
          <a:blip r:embed="rId3">
            <a:alphaModFix/>
          </a:blip>
          <a:srcRect b="14148" l="0" r="0" t="19671"/>
          <a:stretch/>
        </p:blipFill>
        <p:spPr>
          <a:xfrm>
            <a:off x="756157" y="2753360"/>
            <a:ext cx="27633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4592320" y="2326640"/>
            <a:ext cx="689864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tobillos                    10 por lado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suaves de rodillas                     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cadera               10 por dirección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hombros         10 adelante / 10 atrás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muñecas               10 por dirección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írculos De Hombros Ilustraciones Stock, Vectores, Y Clipart – (47  Ilustraciones Stock)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0374" y="4094700"/>
            <a:ext cx="2763300" cy="276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LOR DE MUÑECAS!!Mediante simples ejercicios es posible eliminar el dolor  que surge en manos y muñecas por los movimientos repetitivos. Te enseñamos  a realizarlos, paso a paso: 1.- Realizar movimientos circulares encima" id="94" name="Google Shape;9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442" y="4582160"/>
            <a:ext cx="242887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6400800" y="1825625"/>
            <a:ext cx="4953000" cy="229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| Ejercicio                     |     Volumen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| ----------------------------- | ----------: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| Puente de glúteos             |          15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| Clamshell / almeja de lado    | 12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| Donkey kick / patada de burro | 10 por lado |</a:t>
            </a:r>
            <a:endParaRPr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Caminadora a 5.0 km/h. </a:t>
            </a:r>
            <a:r>
              <a:rPr b="1" lang="en-US" sz="1400"/>
              <a:t>5 minutos</a:t>
            </a:r>
            <a:endParaRPr sz="1400"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101" name="Google Shape;10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3388584"/>
            <a:ext cx="3804374" cy="28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974" y="4272116"/>
            <a:ext cx="3320691" cy="2433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Trabajo           | Descanso | Rondas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----------------- | -------: | -----: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20 s salto básico |  30–45 s |    4–5 |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## Si se enreda la cuerda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importa.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Paras, respiras y retomas.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5073446" y="1825625"/>
            <a:ext cx="6280354" cy="292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Ejercicio                                  |  Trabajo | Descanso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------------------------------------------ | -------: | -------: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Desplazamiento lateral 3–4 m               |   4×25 s |     20 s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Carioca suave                              |   3×25 s |     20 s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Pasos rápidos adelante-atrás sobre línea   |   4×20 s |     20 s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Aceleración progresiva 5 m + frenada suave | 4–6 reps |     20 s |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287" y="1908933"/>
            <a:ext cx="4011992" cy="1901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5"/>
          <p:cNvGrpSpPr/>
          <p:nvPr/>
        </p:nvGrpSpPr>
        <p:grpSpPr>
          <a:xfrm>
            <a:off x="0" y="4967226"/>
            <a:ext cx="7571822" cy="1901071"/>
            <a:chOff x="855594" y="4480679"/>
            <a:chExt cx="7571822" cy="1901071"/>
          </a:xfrm>
        </p:grpSpPr>
        <p:pic>
          <p:nvPicPr>
            <p:cNvPr descr="How to do: Pasos en línea - Step 1" id="117" name="Google Shape;11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594" y="4480681"/>
              <a:ext cx="1901067" cy="1901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ow to do: Pasos en línea - Step 2" id="118" name="Google Shape;118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24212" y="4480682"/>
              <a:ext cx="1901068" cy="1901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ow to do: Pasos en línea - Step 3" id="119" name="Google Shape;119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25279" y="4480680"/>
              <a:ext cx="1901068" cy="1901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ow to do: Pasos en línea - Step 4" id="120" name="Google Shape;120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26347" y="4480679"/>
              <a:ext cx="1901069" cy="19010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4414684" y="1825625"/>
            <a:ext cx="6939116" cy="2982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| Ejercicio                            |      Series × reps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| ------------------------------------ | -----------------: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| Step-up en silla/escalón bajo        |    3×10 por pierna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| Puente de glúteos a una pierna       |       2×8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| Balance a una pierna                 |    2×30 s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| Elevación de puntas contra pared     |               2×15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| Copenhagen corto con rodilla apoyada | 2×10–15 s por lado |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Step-up: el mejor ejercicio de glúteos que se puede hacer en casa, según  los expertos | Vogue España"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52" y="1788017"/>
            <a:ext cx="2062972" cy="2062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jercicio de puente de glúteos de una sola pierna, entrenamiento de  hombres, aeróbicos y ejercicios. 11124863 Vector en Vecteezy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370" y="3850989"/>
            <a:ext cx="3030784" cy="1816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jercicio de balanceo de pierna hacia adelante Yoga | Secuencias de yoga,  beneficios, variaciones y pronunciación en sánscrito | Tummee.com" id="129" name="Google Shape;1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050" y="4343631"/>
            <a:ext cx="2647950" cy="2647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6"/>
          <p:cNvGrpSpPr/>
          <p:nvPr/>
        </p:nvGrpSpPr>
        <p:grpSpPr>
          <a:xfrm>
            <a:off x="6958166" y="4591665"/>
            <a:ext cx="2500466" cy="2138516"/>
            <a:chOff x="3448050" y="0"/>
            <a:chExt cx="6458918" cy="6858000"/>
          </a:xfrm>
        </p:grpSpPr>
        <p:pic>
          <p:nvPicPr>
            <p:cNvPr id="131" name="Google Shape;131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99811" y="0"/>
              <a:ext cx="3307157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48050" y="0"/>
              <a:ext cx="3151761" cy="6858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7600334" y="1825625"/>
            <a:ext cx="3753465" cy="2589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Ejercicio       |             Series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--------------- | -----------------: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Plancha frontal |          3×35 s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Plancha lateral | 2×25 s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Bird-dog        |    3×8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| Dead bug        |       2×8 por lado |</a:t>
            </a:r>
            <a:endParaRPr/>
          </a:p>
        </p:txBody>
      </p:sp>
      <p:pic>
        <p:nvPicPr>
          <p:cNvPr descr="Plancha: poderosas maneras de hacerlas | Siclo.com" id="139" name="Google Shape;139;p7"/>
          <p:cNvPicPr preferRelativeResize="0"/>
          <p:nvPr/>
        </p:nvPicPr>
        <p:blipFill rotWithShape="1">
          <a:blip r:embed="rId3">
            <a:alphaModFix/>
          </a:blip>
          <a:srcRect b="16276" l="18725" r="13624" t="31513"/>
          <a:stretch/>
        </p:blipFill>
        <p:spPr>
          <a:xfrm>
            <a:off x="531959" y="2054671"/>
            <a:ext cx="2973242" cy="153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948" y="4683760"/>
            <a:ext cx="3218253" cy="1622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ercise Tutorial: Bird Dog" id="141" name="Google Shape;14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0227" y="1825625"/>
            <a:ext cx="2545080" cy="254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ad bug - GoFitnessPlan" id="142" name="Google Shape;142;p7"/>
          <p:cNvPicPr preferRelativeResize="0"/>
          <p:nvPr/>
        </p:nvPicPr>
        <p:blipFill rotWithShape="1">
          <a:blip r:embed="rId6">
            <a:alphaModFix/>
          </a:blip>
          <a:srcRect b="16490" l="1374" r="-1374" t="42746"/>
          <a:stretch/>
        </p:blipFill>
        <p:spPr>
          <a:xfrm>
            <a:off x="3877300" y="4980467"/>
            <a:ext cx="4437400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vida mulher prática gato vaca pose para meditação sorrir com grande  barriga confortável e relaxar, gravidez mulher respiração e calma com ioga.  25767943 Vetor no Vecteezy" id="143" name="Google Shape;14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48090" y="4752975"/>
            <a:ext cx="1739900" cy="17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7325032" y="1825625"/>
            <a:ext cx="4028768" cy="2982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Ejercicio          |       Duración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------------------ | -------------: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90/90 de cadera    | 1 min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Flexor de cadera   |  40 s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Piriforme          |  40 s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Gemelos            |  40 s por lado 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| Espalda baja suave |       1 minuto |</a:t>
            </a:r>
            <a:endParaRPr/>
          </a:p>
        </p:txBody>
      </p:sp>
      <p:pic>
        <p:nvPicPr>
          <p:cNvPr descr="6 ejercicios, estiramientos y automasajes para el síndrome del piramidal |  FisioOnline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895" y="1579177"/>
            <a:ext cx="2942003" cy="1961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ro Dinámico De Cadera 90-90: Guía de Ejercicios, Video, Técnicas,  Beneficios, Cómo Realizarlo, Músculos Trabajados, Consejos y Trucos |  Fitwill" id="151" name="Google Shape;1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40" y="1704228"/>
            <a:ext cx="3486818" cy="1961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índrome piriforme: Ejercicios | Kaiser Permanente" id="152" name="Google Shape;15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895" y="3799840"/>
            <a:ext cx="3810000" cy="248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mo estirar los gemelos - ¡6 Ejercicios fáciles y eficaces!" id="153" name="Google Shape;15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1998" y="3783255"/>
            <a:ext cx="2561796" cy="2049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4928" y="4258185"/>
            <a:ext cx="3520320" cy="2293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2026-05-11T02:01:31Z</dcterms:created>
  <dc:creator>Sebastian Valderas</dc:creator>
</cp:coreProperties>
</file>